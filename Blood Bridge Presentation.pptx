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15"/>
  </p:notesMasterIdLst>
  <p:sldIdLst>
    <p:sldId id="256" r:id="rId3"/>
    <p:sldId id="260" r:id="rId4"/>
    <p:sldId id="262" r:id="rId5"/>
    <p:sldId id="266" r:id="rId6"/>
    <p:sldId id="267" r:id="rId7"/>
    <p:sldId id="270" r:id="rId8"/>
    <p:sldId id="277" r:id="rId9"/>
    <p:sldId id="273" r:id="rId10"/>
    <p:sldId id="269" r:id="rId11"/>
    <p:sldId id="282" r:id="rId12"/>
    <p:sldId id="283" r:id="rId13"/>
    <p:sldId id="281" r:id="rId14"/>
  </p:sldIdLst>
  <p:sldSz cx="9144000" cy="5143500" type="screen16x9"/>
  <p:notesSz cx="6858000" cy="9144000"/>
  <p:embeddedFontLst>
    <p:embeddedFont>
      <p:font typeface="Karla" pitchFamily="2" charset="0"/>
      <p:regular r:id="rId16"/>
      <p:bold r:id="rId17"/>
      <p:italic r:id="rId18"/>
      <p:boldItalic r:id="rId19"/>
    </p:embeddedFont>
    <p:embeddedFont>
      <p:font typeface="Proxima Nova" panose="020B0604020202020204" charset="0"/>
      <p:regular r:id="rId20"/>
      <p:bold r:id="rId21"/>
      <p:italic r:id="rId22"/>
      <p:boldItalic r:id="rId23"/>
    </p:embeddedFont>
    <p:embeddedFont>
      <p:font typeface="Proxima Nova Semibold" panose="020B0604020202020204" charset="0"/>
      <p:regular r:id="rId24"/>
      <p:bold r:id="rId25"/>
      <p:boldItalic r:id="rId26"/>
    </p:embeddedFont>
    <p:embeddedFont>
      <p:font typeface="Rajdhani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F3053C-3D84-4583-A549-115099FF6785}">
  <a:tblStyle styleId="{D5F3053C-3D84-4583-A549-115099FF67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 Dhakal" userId="a060d590c69d7e5a" providerId="LiveId" clId="{462F9C00-070E-4BC9-90B2-DDACE5D0E9D4}"/>
    <pc:docChg chg="undo custSel addSld modSld">
      <pc:chgData name="Shreya Dhakal" userId="a060d590c69d7e5a" providerId="LiveId" clId="{462F9C00-070E-4BC9-90B2-DDACE5D0E9D4}" dt="2026-08-07T03:15:21.823" v="500" actId="403"/>
      <pc:docMkLst>
        <pc:docMk/>
      </pc:docMkLst>
      <pc:sldChg chg="modSp mod modTransition">
        <pc:chgData name="Shreya Dhakal" userId="a060d590c69d7e5a" providerId="LiveId" clId="{462F9C00-070E-4BC9-90B2-DDACE5D0E9D4}" dt="2026-08-07T03:15:15.415" v="497" actId="403"/>
        <pc:sldMkLst>
          <pc:docMk/>
          <pc:sldMk cId="0" sldId="256"/>
        </pc:sldMkLst>
        <pc:spChg chg="mod">
          <ac:chgData name="Shreya Dhakal" userId="a060d590c69d7e5a" providerId="LiveId" clId="{462F9C00-070E-4BC9-90B2-DDACE5D0E9D4}" dt="2026-08-07T03:15:15.415" v="497" actId="403"/>
          <ac:spMkLst>
            <pc:docMk/>
            <pc:sldMk cId="0" sldId="256"/>
            <ac:spMk id="501" creationId="{00000000-0000-0000-0000-000000000000}"/>
          </ac:spMkLst>
        </pc:spChg>
        <pc:spChg chg="mod">
          <ac:chgData name="Shreya Dhakal" userId="a060d590c69d7e5a" providerId="LiveId" clId="{462F9C00-070E-4BC9-90B2-DDACE5D0E9D4}" dt="2026-08-05T11:14:48.336" v="113" actId="20577"/>
          <ac:spMkLst>
            <pc:docMk/>
            <pc:sldMk cId="0" sldId="256"/>
            <ac:spMk id="502" creationId="{00000000-0000-0000-0000-000000000000}"/>
          </ac:spMkLst>
        </pc:spChg>
      </pc:sldChg>
      <pc:sldChg chg="modSp mod modTransition">
        <pc:chgData name="Shreya Dhakal" userId="a060d590c69d7e5a" providerId="LiveId" clId="{462F9C00-070E-4BC9-90B2-DDACE5D0E9D4}" dt="2026-08-07T03:12:47.256" v="447" actId="948"/>
        <pc:sldMkLst>
          <pc:docMk/>
          <pc:sldMk cId="0" sldId="260"/>
        </pc:sldMkLst>
        <pc:spChg chg="mod">
          <ac:chgData name="Shreya Dhakal" userId="a060d590c69d7e5a" providerId="LiveId" clId="{462F9C00-070E-4BC9-90B2-DDACE5D0E9D4}" dt="2026-08-07T03:12:47.256" v="447" actId="948"/>
          <ac:spMkLst>
            <pc:docMk/>
            <pc:sldMk cId="0" sldId="260"/>
            <ac:spMk id="598" creationId="{00000000-0000-0000-0000-000000000000}"/>
          </ac:spMkLst>
        </pc:spChg>
        <pc:spChg chg="mod">
          <ac:chgData name="Shreya Dhakal" userId="a060d590c69d7e5a" providerId="LiveId" clId="{462F9C00-070E-4BC9-90B2-DDACE5D0E9D4}" dt="2026-08-07T03:12:09.442" v="442" actId="404"/>
          <ac:spMkLst>
            <pc:docMk/>
            <pc:sldMk cId="0" sldId="260"/>
            <ac:spMk id="599" creationId="{00000000-0000-0000-0000-000000000000}"/>
          </ac:spMkLst>
        </pc:spChg>
        <pc:grpChg chg="mod">
          <ac:chgData name="Shreya Dhakal" userId="a060d590c69d7e5a" providerId="LiveId" clId="{462F9C00-070E-4BC9-90B2-DDACE5D0E9D4}" dt="2026-08-07T03:11:41.628" v="429" actId="1076"/>
          <ac:grpSpMkLst>
            <pc:docMk/>
            <pc:sldMk cId="0" sldId="260"/>
            <ac:grpSpMk id="601" creationId="{00000000-0000-0000-0000-000000000000}"/>
          </ac:grpSpMkLst>
        </pc:grpChg>
        <pc:grpChg chg="mod">
          <ac:chgData name="Shreya Dhakal" userId="a060d590c69d7e5a" providerId="LiveId" clId="{462F9C00-070E-4BC9-90B2-DDACE5D0E9D4}" dt="2026-08-07T03:11:41.628" v="429" actId="1076"/>
          <ac:grpSpMkLst>
            <pc:docMk/>
            <pc:sldMk cId="0" sldId="260"/>
            <ac:grpSpMk id="605" creationId="{00000000-0000-0000-0000-000000000000}"/>
          </ac:grpSpMkLst>
        </pc:grpChg>
        <pc:grpChg chg="mod">
          <ac:chgData name="Shreya Dhakal" userId="a060d590c69d7e5a" providerId="LiveId" clId="{462F9C00-070E-4BC9-90B2-DDACE5D0E9D4}" dt="2026-08-07T03:11:41.628" v="429" actId="1076"/>
          <ac:grpSpMkLst>
            <pc:docMk/>
            <pc:sldMk cId="0" sldId="260"/>
            <ac:grpSpMk id="609" creationId="{00000000-0000-0000-0000-000000000000}"/>
          </ac:grpSpMkLst>
        </pc:grpChg>
      </pc:sldChg>
      <pc:sldChg chg="modSp mod modTransition modNotes">
        <pc:chgData name="Shreya Dhakal" userId="a060d590c69d7e5a" providerId="LiveId" clId="{462F9C00-070E-4BC9-90B2-DDACE5D0E9D4}" dt="2026-08-07T03:14:30.817" v="477" actId="14100"/>
        <pc:sldMkLst>
          <pc:docMk/>
          <pc:sldMk cId="0" sldId="262"/>
        </pc:sldMkLst>
        <pc:spChg chg="mod">
          <ac:chgData name="Shreya Dhakal" userId="a060d590c69d7e5a" providerId="LiveId" clId="{462F9C00-070E-4BC9-90B2-DDACE5D0E9D4}" dt="2026-08-07T03:13:19.072" v="456" actId="403"/>
          <ac:spMkLst>
            <pc:docMk/>
            <pc:sldMk cId="0" sldId="262"/>
            <ac:spMk id="651" creationId="{00000000-0000-0000-0000-000000000000}"/>
          </ac:spMkLst>
        </pc:spChg>
        <pc:spChg chg="mod">
          <ac:chgData name="Shreya Dhakal" userId="a060d590c69d7e5a" providerId="LiveId" clId="{462F9C00-070E-4BC9-90B2-DDACE5D0E9D4}" dt="2026-08-07T03:13:09.199" v="451" actId="14100"/>
          <ac:spMkLst>
            <pc:docMk/>
            <pc:sldMk cId="0" sldId="262"/>
            <ac:spMk id="652" creationId="{00000000-0000-0000-0000-000000000000}"/>
          </ac:spMkLst>
        </pc:spChg>
        <pc:spChg chg="mod">
          <ac:chgData name="Shreya Dhakal" userId="a060d590c69d7e5a" providerId="LiveId" clId="{462F9C00-070E-4BC9-90B2-DDACE5D0E9D4}" dt="2026-08-07T03:14:17.037" v="475" actId="404"/>
          <ac:spMkLst>
            <pc:docMk/>
            <pc:sldMk cId="0" sldId="262"/>
            <ac:spMk id="653" creationId="{00000000-0000-0000-0000-000000000000}"/>
          </ac:spMkLst>
        </pc:spChg>
        <pc:spChg chg="mod">
          <ac:chgData name="Shreya Dhakal" userId="a060d590c69d7e5a" providerId="LiveId" clId="{462F9C00-070E-4BC9-90B2-DDACE5D0E9D4}" dt="2026-08-07T03:13:52.162" v="467" actId="14100"/>
          <ac:spMkLst>
            <pc:docMk/>
            <pc:sldMk cId="0" sldId="262"/>
            <ac:spMk id="654" creationId="{00000000-0000-0000-0000-000000000000}"/>
          </ac:spMkLst>
        </pc:spChg>
        <pc:spChg chg="mod">
          <ac:chgData name="Shreya Dhakal" userId="a060d590c69d7e5a" providerId="LiveId" clId="{462F9C00-070E-4BC9-90B2-DDACE5D0E9D4}" dt="2026-08-07T03:14:30.817" v="477" actId="14100"/>
          <ac:spMkLst>
            <pc:docMk/>
            <pc:sldMk cId="0" sldId="262"/>
            <ac:spMk id="657" creationId="{00000000-0000-0000-0000-000000000000}"/>
          </ac:spMkLst>
        </pc:spChg>
        <pc:grpChg chg="mod">
          <ac:chgData name="Shreya Dhakal" userId="a060d590c69d7e5a" providerId="LiveId" clId="{462F9C00-070E-4BC9-90B2-DDACE5D0E9D4}" dt="2026-08-07T03:12:54.054" v="448" actId="1076"/>
          <ac:grpSpMkLst>
            <pc:docMk/>
            <pc:sldMk cId="0" sldId="262"/>
            <ac:grpSpMk id="693" creationId="{00000000-0000-0000-0000-000000000000}"/>
          </ac:grpSpMkLst>
        </pc:grpChg>
        <pc:grpChg chg="mod">
          <ac:chgData name="Shreya Dhakal" userId="a060d590c69d7e5a" providerId="LiveId" clId="{462F9C00-070E-4BC9-90B2-DDACE5D0E9D4}" dt="2026-08-07T03:13:11.554" v="452" actId="1076"/>
          <ac:grpSpMkLst>
            <pc:docMk/>
            <pc:sldMk cId="0" sldId="262"/>
            <ac:grpSpMk id="697" creationId="{00000000-0000-0000-0000-000000000000}"/>
          </ac:grpSpMkLst>
        </pc:grpChg>
      </pc:sldChg>
      <pc:sldChg chg="addSp delSp modSp mod modTransition">
        <pc:chgData name="Shreya Dhakal" userId="a060d590c69d7e5a" providerId="LiveId" clId="{462F9C00-070E-4BC9-90B2-DDACE5D0E9D4}" dt="2026-08-07T03:15:08.363" v="492" actId="403"/>
        <pc:sldMkLst>
          <pc:docMk/>
          <pc:sldMk cId="0" sldId="266"/>
        </pc:sldMkLst>
        <pc:spChg chg="mod">
          <ac:chgData name="Shreya Dhakal" userId="a060d590c69d7e5a" providerId="LiveId" clId="{462F9C00-070E-4BC9-90B2-DDACE5D0E9D4}" dt="2026-08-07T03:15:08.363" v="492" actId="403"/>
          <ac:spMkLst>
            <pc:docMk/>
            <pc:sldMk cId="0" sldId="266"/>
            <ac:spMk id="772" creationId="{00000000-0000-0000-0000-000000000000}"/>
          </ac:spMkLst>
        </pc:spChg>
        <pc:spChg chg="mod">
          <ac:chgData name="Shreya Dhakal" userId="a060d590c69d7e5a" providerId="LiveId" clId="{462F9C00-070E-4BC9-90B2-DDACE5D0E9D4}" dt="2026-08-07T03:14:42.102" v="480" actId="403"/>
          <ac:spMkLst>
            <pc:docMk/>
            <pc:sldMk cId="0" sldId="266"/>
            <ac:spMk id="773" creationId="{00000000-0000-0000-0000-000000000000}"/>
          </ac:spMkLst>
        </pc:spChg>
        <pc:grpChg chg="mod">
          <ac:chgData name="Shreya Dhakal" userId="a060d590c69d7e5a" providerId="LiveId" clId="{462F9C00-070E-4BC9-90B2-DDACE5D0E9D4}" dt="2026-08-07T03:15:07.016" v="491" actId="1076"/>
          <ac:grpSpMkLst>
            <pc:docMk/>
            <pc:sldMk cId="0" sldId="266"/>
            <ac:grpSpMk id="774" creationId="{00000000-0000-0000-0000-000000000000}"/>
          </ac:grpSpMkLst>
        </pc:grpChg>
        <pc:cxnChg chg="mod">
          <ac:chgData name="Shreya Dhakal" userId="a060d590c69d7e5a" providerId="LiveId" clId="{462F9C00-070E-4BC9-90B2-DDACE5D0E9D4}" dt="2026-08-07T03:15:06.755" v="490" actId="1076"/>
          <ac:cxnSpMkLst>
            <pc:docMk/>
            <pc:sldMk cId="0" sldId="266"/>
            <ac:cxnSpMk id="771" creationId="{00000000-0000-0000-0000-000000000000}"/>
          </ac:cxnSpMkLst>
        </pc:cxnChg>
      </pc:sldChg>
      <pc:sldChg chg="modTransition">
        <pc:chgData name="Shreya Dhakal" userId="a060d590c69d7e5a" providerId="LiveId" clId="{462F9C00-070E-4BC9-90B2-DDACE5D0E9D4}" dt="2026-08-06T16:36:50.757" v="400"/>
        <pc:sldMkLst>
          <pc:docMk/>
          <pc:sldMk cId="0" sldId="267"/>
        </pc:sldMkLst>
      </pc:sldChg>
      <pc:sldChg chg="modSp mod modTransition">
        <pc:chgData name="Shreya Dhakal" userId="a060d590c69d7e5a" providerId="LiveId" clId="{462F9C00-070E-4BC9-90B2-DDACE5D0E9D4}" dt="2026-08-07T03:15:21.823" v="500" actId="403"/>
        <pc:sldMkLst>
          <pc:docMk/>
          <pc:sldMk cId="0" sldId="269"/>
        </pc:sldMkLst>
        <pc:spChg chg="mod">
          <ac:chgData name="Shreya Dhakal" userId="a060d590c69d7e5a" providerId="LiveId" clId="{462F9C00-070E-4BC9-90B2-DDACE5D0E9D4}" dt="2026-08-07T03:15:21.823" v="500" actId="403"/>
          <ac:spMkLst>
            <pc:docMk/>
            <pc:sldMk cId="0" sldId="269"/>
            <ac:spMk id="859" creationId="{00000000-0000-0000-0000-000000000000}"/>
          </ac:spMkLst>
        </pc:spChg>
      </pc:sldChg>
      <pc:sldChg chg="modTransition">
        <pc:chgData name="Shreya Dhakal" userId="a060d590c69d7e5a" providerId="LiveId" clId="{462F9C00-070E-4BC9-90B2-DDACE5D0E9D4}" dt="2026-08-06T16:37:07.577" v="402"/>
        <pc:sldMkLst>
          <pc:docMk/>
          <pc:sldMk cId="0" sldId="270"/>
        </pc:sldMkLst>
      </pc:sldChg>
      <pc:sldChg chg="modSp mod modTransition">
        <pc:chgData name="Shreya Dhakal" userId="a060d590c69d7e5a" providerId="LiveId" clId="{462F9C00-070E-4BC9-90B2-DDACE5D0E9D4}" dt="2026-08-07T03:11:20.219" v="426" actId="403"/>
        <pc:sldMkLst>
          <pc:docMk/>
          <pc:sldMk cId="0" sldId="273"/>
        </pc:sldMkLst>
        <pc:spChg chg="mod">
          <ac:chgData name="Shreya Dhakal" userId="a060d590c69d7e5a" providerId="LiveId" clId="{462F9C00-070E-4BC9-90B2-DDACE5D0E9D4}" dt="2026-08-07T03:11:16.536" v="423" actId="14100"/>
          <ac:spMkLst>
            <pc:docMk/>
            <pc:sldMk cId="0" sldId="273"/>
            <ac:spMk id="994" creationId="{00000000-0000-0000-0000-000000000000}"/>
          </ac:spMkLst>
        </pc:spChg>
        <pc:spChg chg="mod">
          <ac:chgData name="Shreya Dhakal" userId="a060d590c69d7e5a" providerId="LiveId" clId="{462F9C00-070E-4BC9-90B2-DDACE5D0E9D4}" dt="2026-08-07T03:11:20.219" v="426" actId="403"/>
          <ac:spMkLst>
            <pc:docMk/>
            <pc:sldMk cId="0" sldId="273"/>
            <ac:spMk id="995" creationId="{00000000-0000-0000-0000-000000000000}"/>
          </ac:spMkLst>
        </pc:spChg>
        <pc:spChg chg="mod">
          <ac:chgData name="Shreya Dhakal" userId="a060d590c69d7e5a" providerId="LiveId" clId="{462F9C00-070E-4BC9-90B2-DDACE5D0E9D4}" dt="2026-08-07T03:11:05.363" v="420" actId="14100"/>
          <ac:spMkLst>
            <pc:docMk/>
            <pc:sldMk cId="0" sldId="273"/>
            <ac:spMk id="996" creationId="{00000000-0000-0000-0000-000000000000}"/>
          </ac:spMkLst>
        </pc:spChg>
      </pc:sldChg>
      <pc:sldChg chg="modSp mod modTransition">
        <pc:chgData name="Shreya Dhakal" userId="a060d590c69d7e5a" providerId="LiveId" clId="{462F9C00-070E-4BC9-90B2-DDACE5D0E9D4}" dt="2026-08-06T16:37:14.990" v="403"/>
        <pc:sldMkLst>
          <pc:docMk/>
          <pc:sldMk cId="0" sldId="277"/>
        </pc:sldMkLst>
        <pc:spChg chg="mod">
          <ac:chgData name="Shreya Dhakal" userId="a060d590c69d7e5a" providerId="LiveId" clId="{462F9C00-070E-4BC9-90B2-DDACE5D0E9D4}" dt="2026-08-05T13:10:28.943" v="127" actId="1076"/>
          <ac:spMkLst>
            <pc:docMk/>
            <pc:sldMk cId="0" sldId="277"/>
            <ac:spMk id="1096" creationId="{00000000-0000-0000-0000-000000000000}"/>
          </ac:spMkLst>
        </pc:spChg>
        <pc:spChg chg="mod">
          <ac:chgData name="Shreya Dhakal" userId="a060d590c69d7e5a" providerId="LiveId" clId="{462F9C00-070E-4BC9-90B2-DDACE5D0E9D4}" dt="2026-08-05T13:10:40.342" v="129" actId="14100"/>
          <ac:spMkLst>
            <pc:docMk/>
            <pc:sldMk cId="0" sldId="277"/>
            <ac:spMk id="1097" creationId="{00000000-0000-0000-0000-000000000000}"/>
          </ac:spMkLst>
        </pc:spChg>
        <pc:spChg chg="mod">
          <ac:chgData name="Shreya Dhakal" userId="a060d590c69d7e5a" providerId="LiveId" clId="{462F9C00-070E-4BC9-90B2-DDACE5D0E9D4}" dt="2026-08-05T13:09:49.054" v="120" actId="1076"/>
          <ac:spMkLst>
            <pc:docMk/>
            <pc:sldMk cId="0" sldId="277"/>
            <ac:spMk id="1100" creationId="{00000000-0000-0000-0000-000000000000}"/>
          </ac:spMkLst>
        </pc:spChg>
        <pc:spChg chg="mod">
          <ac:chgData name="Shreya Dhakal" userId="a060d590c69d7e5a" providerId="LiveId" clId="{462F9C00-070E-4BC9-90B2-DDACE5D0E9D4}" dt="2026-08-05T13:10:50.777" v="131" actId="1076"/>
          <ac:spMkLst>
            <pc:docMk/>
            <pc:sldMk cId="0" sldId="277"/>
            <ac:spMk id="1101" creationId="{00000000-0000-0000-0000-000000000000}"/>
          </ac:spMkLst>
        </pc:spChg>
      </pc:sldChg>
      <pc:sldChg chg="delSp modSp mod modTransition">
        <pc:chgData name="Shreya Dhakal" userId="a060d590c69d7e5a" providerId="LiveId" clId="{462F9C00-070E-4BC9-90B2-DDACE5D0E9D4}" dt="2026-08-06T16:38:32.131" v="414"/>
        <pc:sldMkLst>
          <pc:docMk/>
          <pc:sldMk cId="0" sldId="281"/>
        </pc:sldMkLst>
        <pc:spChg chg="mod">
          <ac:chgData name="Shreya Dhakal" userId="a060d590c69d7e5a" providerId="LiveId" clId="{462F9C00-070E-4BC9-90B2-DDACE5D0E9D4}" dt="2026-08-05T13:12:21.026" v="158" actId="1076"/>
          <ac:spMkLst>
            <pc:docMk/>
            <pc:sldMk cId="0" sldId="281"/>
            <ac:spMk id="1234" creationId="{00000000-0000-0000-0000-000000000000}"/>
          </ac:spMkLst>
        </pc:spChg>
      </pc:sldChg>
      <pc:sldChg chg="addSp delSp modSp new mod modTransition">
        <pc:chgData name="Shreya Dhakal" userId="a060d590c69d7e5a" providerId="LiveId" clId="{462F9C00-070E-4BC9-90B2-DDACE5D0E9D4}" dt="2026-08-06T16:37:46.284" v="408"/>
        <pc:sldMkLst>
          <pc:docMk/>
          <pc:sldMk cId="707816063" sldId="282"/>
        </pc:sldMkLst>
        <pc:spChg chg="mod">
          <ac:chgData name="Shreya Dhakal" userId="a060d590c69d7e5a" providerId="LiveId" clId="{462F9C00-070E-4BC9-90B2-DDACE5D0E9D4}" dt="2026-08-05T18:06:35.863" v="258" actId="20577"/>
          <ac:spMkLst>
            <pc:docMk/>
            <pc:sldMk cId="707816063" sldId="282"/>
            <ac:spMk id="2" creationId="{473F07D5-878F-1815-64A9-3B42A44EBC11}"/>
          </ac:spMkLst>
        </pc:spChg>
        <pc:picChg chg="add mod">
          <ac:chgData name="Shreya Dhakal" userId="a060d590c69d7e5a" providerId="LiveId" clId="{462F9C00-070E-4BC9-90B2-DDACE5D0E9D4}" dt="2026-08-05T19:29:23.516" v="386" actId="1076"/>
          <ac:picMkLst>
            <pc:docMk/>
            <pc:sldMk cId="707816063" sldId="282"/>
            <ac:picMk id="8" creationId="{B8DEF5F6-7D32-B33B-C19B-5F2C2499A024}"/>
          </ac:picMkLst>
        </pc:picChg>
        <pc:picChg chg="add mod">
          <ac:chgData name="Shreya Dhakal" userId="a060d590c69d7e5a" providerId="LiveId" clId="{462F9C00-070E-4BC9-90B2-DDACE5D0E9D4}" dt="2026-08-05T19:29:25.710" v="387" actId="1076"/>
          <ac:picMkLst>
            <pc:docMk/>
            <pc:sldMk cId="707816063" sldId="282"/>
            <ac:picMk id="18" creationId="{BA2FDC22-BEA3-8E07-53E1-2ECAA01AF3B6}"/>
          </ac:picMkLst>
        </pc:picChg>
      </pc:sldChg>
      <pc:sldChg chg="addSp delSp modSp new mod modTransition">
        <pc:chgData name="Shreya Dhakal" userId="a060d590c69d7e5a" providerId="LiveId" clId="{462F9C00-070E-4BC9-90B2-DDACE5D0E9D4}" dt="2026-08-06T16:37:54.259" v="409"/>
        <pc:sldMkLst>
          <pc:docMk/>
          <pc:sldMk cId="3039426031" sldId="283"/>
        </pc:sldMkLst>
        <pc:spChg chg="mod">
          <ac:chgData name="Shreya Dhakal" userId="a060d590c69d7e5a" providerId="LiveId" clId="{462F9C00-070E-4BC9-90B2-DDACE5D0E9D4}" dt="2026-08-05T18:07:45.397" v="285" actId="20577"/>
          <ac:spMkLst>
            <pc:docMk/>
            <pc:sldMk cId="3039426031" sldId="283"/>
            <ac:spMk id="2" creationId="{A003381F-88B2-6A8C-C66B-4320F5B391C0}"/>
          </ac:spMkLst>
        </pc:spChg>
        <pc:picChg chg="add mod">
          <ac:chgData name="Shreya Dhakal" userId="a060d590c69d7e5a" providerId="LiveId" clId="{462F9C00-070E-4BC9-90B2-DDACE5D0E9D4}" dt="2026-08-05T18:36:44.304" v="377" actId="1076"/>
          <ac:picMkLst>
            <pc:docMk/>
            <pc:sldMk cId="3039426031" sldId="283"/>
            <ac:picMk id="6" creationId="{7A781CB9-B4AE-99E5-AE23-18F619D63F88}"/>
          </ac:picMkLst>
        </pc:picChg>
        <pc:picChg chg="add mod">
          <ac:chgData name="Shreya Dhakal" userId="a060d590c69d7e5a" providerId="LiveId" clId="{462F9C00-070E-4BC9-90B2-DDACE5D0E9D4}" dt="2026-08-05T18:37:01.193" v="382" actId="1076"/>
          <ac:picMkLst>
            <pc:docMk/>
            <pc:sldMk cId="3039426031" sldId="283"/>
            <ac:picMk id="10" creationId="{1C320D53-DBAE-844A-5198-AFC810FAF60A}"/>
          </ac:picMkLst>
        </pc:picChg>
        <pc:picChg chg="add mod">
          <ac:chgData name="Shreya Dhakal" userId="a060d590c69d7e5a" providerId="LiveId" clId="{462F9C00-070E-4BC9-90B2-DDACE5D0E9D4}" dt="2026-08-05T18:37:14.858" v="384" actId="1076"/>
          <ac:picMkLst>
            <pc:docMk/>
            <pc:sldMk cId="3039426031" sldId="283"/>
            <ac:picMk id="14" creationId="{4026DD7A-5034-440A-45CC-B80B7D2312F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8aa5f3edd5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8aa5f3edd5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760f4421e2_0_10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760f4421e2_0_10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8aaadf622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8aaadf622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6d13202ad6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6d13202ad6_1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6d13202ad6_1_32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6d13202ad6_1_32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6d13202ad6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6d13202ad6_1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6d13202ad6_1_32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6d13202ad6_1_32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6d13202ad6_1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6d13202ad6_1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6d13202ad6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6d13202ad6_1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678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6d136aaa59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6d136aaa59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lack-redir.net/link?url=https%3A%2F%2Fstories.freepik.com%2F" TargetMode="External"/><Relationship Id="rId4" Type="http://schemas.openxmlformats.org/officeDocument/2006/relationships/hyperlink" Target="https://slack-redir.net/link?url=https%3A%2F%2Fwww.freepik.com%2F" TargetMode="Externa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521900" y="1195625"/>
            <a:ext cx="4103100" cy="233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398400" y="3484345"/>
            <a:ext cx="2350200" cy="51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983209" y="2049387"/>
            <a:ext cx="316605" cy="590201"/>
            <a:chOff x="7975075" y="2414425"/>
            <a:chExt cx="340142" cy="634080"/>
          </a:xfrm>
        </p:grpSpPr>
        <p:sp>
          <p:nvSpPr>
            <p:cNvPr id="12" name="Google Shape;12;p2"/>
            <p:cNvSpPr/>
            <p:nvPr/>
          </p:nvSpPr>
          <p:spPr>
            <a:xfrm>
              <a:off x="7981111" y="2611449"/>
              <a:ext cx="199672" cy="437055"/>
            </a:xfrm>
            <a:custGeom>
              <a:avLst/>
              <a:gdLst/>
              <a:ahLst/>
              <a:cxnLst/>
              <a:rect l="l" t="t" r="r" b="b"/>
              <a:pathLst>
                <a:path w="3537" h="7742" extrusionOk="0">
                  <a:moveTo>
                    <a:pt x="0" y="0"/>
                  </a:moveTo>
                  <a:lnTo>
                    <a:pt x="0" y="2971"/>
                  </a:lnTo>
                  <a:lnTo>
                    <a:pt x="0" y="5984"/>
                  </a:lnTo>
                  <a:cubicBezTo>
                    <a:pt x="0" y="6968"/>
                    <a:pt x="795" y="7742"/>
                    <a:pt x="1758" y="7742"/>
                  </a:cubicBezTo>
                  <a:cubicBezTo>
                    <a:pt x="2741" y="7742"/>
                    <a:pt x="3536" y="6947"/>
                    <a:pt x="3536" y="5984"/>
                  </a:cubicBezTo>
                  <a:lnTo>
                    <a:pt x="3536" y="2971"/>
                  </a:lnTo>
                  <a:lnTo>
                    <a:pt x="3536" y="0"/>
                  </a:ln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975075" y="2414425"/>
              <a:ext cx="340142" cy="574367"/>
            </a:xfrm>
            <a:custGeom>
              <a:avLst/>
              <a:gdLst/>
              <a:ahLst/>
              <a:cxnLst/>
              <a:rect l="l" t="t" r="r" b="b"/>
              <a:pathLst>
                <a:path w="6320" h="10672" fill="none" extrusionOk="0">
                  <a:moveTo>
                    <a:pt x="5775" y="1"/>
                  </a:moveTo>
                  <a:lnTo>
                    <a:pt x="565" y="1"/>
                  </a:lnTo>
                  <a:cubicBezTo>
                    <a:pt x="272" y="1"/>
                    <a:pt x="0" y="252"/>
                    <a:pt x="0" y="566"/>
                  </a:cubicBezTo>
                  <a:cubicBezTo>
                    <a:pt x="0" y="880"/>
                    <a:pt x="272" y="1131"/>
                    <a:pt x="565" y="1131"/>
                  </a:cubicBezTo>
                  <a:lnTo>
                    <a:pt x="1402" y="1131"/>
                  </a:lnTo>
                  <a:lnTo>
                    <a:pt x="1402" y="8914"/>
                  </a:lnTo>
                  <a:cubicBezTo>
                    <a:pt x="1402" y="9898"/>
                    <a:pt x="2197" y="10672"/>
                    <a:pt x="3160" y="10672"/>
                  </a:cubicBezTo>
                  <a:cubicBezTo>
                    <a:pt x="4143" y="10672"/>
                    <a:pt x="4938" y="9877"/>
                    <a:pt x="4938" y="8914"/>
                  </a:cubicBezTo>
                  <a:lnTo>
                    <a:pt x="4938" y="1131"/>
                  </a:lnTo>
                  <a:lnTo>
                    <a:pt x="5775" y="1131"/>
                  </a:lnTo>
                  <a:cubicBezTo>
                    <a:pt x="6068" y="1131"/>
                    <a:pt x="6319" y="880"/>
                    <a:pt x="6319" y="566"/>
                  </a:cubicBezTo>
                  <a:cubicBezTo>
                    <a:pt x="6319" y="252"/>
                    <a:pt x="6068" y="1"/>
                    <a:pt x="5775" y="1"/>
                  </a:cubicBezTo>
                  <a:close/>
                </a:path>
              </a:pathLst>
            </a:custGeom>
            <a:noFill/>
            <a:ln w="28575" cap="rnd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7263490" y="2722217"/>
            <a:ext cx="300028" cy="305625"/>
            <a:chOff x="11644363" y="2198500"/>
            <a:chExt cx="195675" cy="199325"/>
          </a:xfrm>
        </p:grpSpPr>
        <p:sp>
          <p:nvSpPr>
            <p:cNvPr id="15" name="Google Shape;15;p2"/>
            <p:cNvSpPr/>
            <p:nvPr/>
          </p:nvSpPr>
          <p:spPr>
            <a:xfrm>
              <a:off x="11644363" y="2198500"/>
              <a:ext cx="149650" cy="149625"/>
            </a:xfrm>
            <a:custGeom>
              <a:avLst/>
              <a:gdLst/>
              <a:ahLst/>
              <a:cxnLst/>
              <a:rect l="l" t="t" r="r" b="b"/>
              <a:pathLst>
                <a:path w="5986" h="5985" fill="none" extrusionOk="0">
                  <a:moveTo>
                    <a:pt x="4897" y="4939"/>
                  </a:moveTo>
                  <a:cubicBezTo>
                    <a:pt x="3809" y="5985"/>
                    <a:pt x="2093" y="5964"/>
                    <a:pt x="1047" y="4876"/>
                  </a:cubicBezTo>
                  <a:cubicBezTo>
                    <a:pt x="1" y="3809"/>
                    <a:pt x="22" y="2093"/>
                    <a:pt x="1110" y="1047"/>
                  </a:cubicBezTo>
                  <a:cubicBezTo>
                    <a:pt x="2177" y="1"/>
                    <a:pt x="3893" y="22"/>
                    <a:pt x="4939" y="1089"/>
                  </a:cubicBezTo>
                  <a:cubicBezTo>
                    <a:pt x="5985" y="2177"/>
                    <a:pt x="5964" y="3893"/>
                    <a:pt x="4897" y="4939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1766788" y="2321950"/>
              <a:ext cx="73250" cy="75875"/>
            </a:xfrm>
            <a:custGeom>
              <a:avLst/>
              <a:gdLst/>
              <a:ahLst/>
              <a:cxnLst/>
              <a:rect l="l" t="t" r="r" b="b"/>
              <a:pathLst>
                <a:path w="2930" h="3035" fill="none" extrusionOk="0">
                  <a:moveTo>
                    <a:pt x="0" y="1"/>
                  </a:moveTo>
                  <a:lnTo>
                    <a:pt x="2929" y="3035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1768338" y="2325625"/>
              <a:ext cx="70125" cy="68025"/>
            </a:xfrm>
            <a:custGeom>
              <a:avLst/>
              <a:gdLst/>
              <a:ahLst/>
              <a:cxnLst/>
              <a:rect l="l" t="t" r="r" b="b"/>
              <a:pathLst>
                <a:path w="2805" h="2721" fill="none" extrusionOk="0">
                  <a:moveTo>
                    <a:pt x="2805" y="0"/>
                  </a:moveTo>
                  <a:lnTo>
                    <a:pt x="1" y="272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006037" y="3408854"/>
            <a:ext cx="179703" cy="223823"/>
            <a:chOff x="7447613" y="1714525"/>
            <a:chExt cx="117200" cy="145975"/>
          </a:xfrm>
        </p:grpSpPr>
        <p:sp>
          <p:nvSpPr>
            <p:cNvPr id="19" name="Google Shape;19;p2"/>
            <p:cNvSpPr/>
            <p:nvPr/>
          </p:nvSpPr>
          <p:spPr>
            <a:xfrm>
              <a:off x="7447613" y="1772075"/>
              <a:ext cx="88425" cy="88425"/>
            </a:xfrm>
            <a:custGeom>
              <a:avLst/>
              <a:gdLst/>
              <a:ahLst/>
              <a:cxnLst/>
              <a:rect l="l" t="t" r="r" b="b"/>
              <a:pathLst>
                <a:path w="3537" h="3537" fill="none" extrusionOk="0">
                  <a:moveTo>
                    <a:pt x="3537" y="1758"/>
                  </a:moveTo>
                  <a:cubicBezTo>
                    <a:pt x="3537" y="2741"/>
                    <a:pt x="2742" y="3537"/>
                    <a:pt x="1758" y="3537"/>
                  </a:cubicBezTo>
                  <a:cubicBezTo>
                    <a:pt x="775" y="3537"/>
                    <a:pt x="1" y="2741"/>
                    <a:pt x="1" y="1758"/>
                  </a:cubicBezTo>
                  <a:cubicBezTo>
                    <a:pt x="1" y="796"/>
                    <a:pt x="775" y="0"/>
                    <a:pt x="1758" y="0"/>
                  </a:cubicBezTo>
                  <a:cubicBezTo>
                    <a:pt x="2742" y="0"/>
                    <a:pt x="3537" y="796"/>
                    <a:pt x="3537" y="1758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513513" y="1718200"/>
              <a:ext cx="34550" cy="59650"/>
            </a:xfrm>
            <a:custGeom>
              <a:avLst/>
              <a:gdLst/>
              <a:ahLst/>
              <a:cxnLst/>
              <a:rect l="l" t="t" r="r" b="b"/>
              <a:pathLst>
                <a:path w="1382" h="2386" fill="none" extrusionOk="0">
                  <a:moveTo>
                    <a:pt x="1" y="2386"/>
                  </a:moveTo>
                  <a:lnTo>
                    <a:pt x="1382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495738" y="1714525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fill="none" extrusionOk="0">
                  <a:moveTo>
                    <a:pt x="2762" y="2177"/>
                  </a:moveTo>
                  <a:lnTo>
                    <a:pt x="2177" y="1"/>
                  </a:lnTo>
                  <a:lnTo>
                    <a:pt x="1" y="587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6503720" y="4086782"/>
            <a:ext cx="299760" cy="406359"/>
            <a:chOff x="8107742" y="840353"/>
            <a:chExt cx="299760" cy="406359"/>
          </a:xfrm>
        </p:grpSpPr>
        <p:sp>
          <p:nvSpPr>
            <p:cNvPr id="23" name="Google Shape;23;p2"/>
            <p:cNvSpPr/>
            <p:nvPr/>
          </p:nvSpPr>
          <p:spPr>
            <a:xfrm>
              <a:off x="8107742" y="869102"/>
              <a:ext cx="225509" cy="377609"/>
            </a:xfrm>
            <a:custGeom>
              <a:avLst/>
              <a:gdLst/>
              <a:ahLst/>
              <a:cxnLst/>
              <a:rect l="l" t="t" r="r" b="b"/>
              <a:pathLst>
                <a:path w="6236" h="10442" extrusionOk="0">
                  <a:moveTo>
                    <a:pt x="3118" y="1"/>
                  </a:moveTo>
                  <a:cubicBezTo>
                    <a:pt x="3118" y="1"/>
                    <a:pt x="0" y="5608"/>
                    <a:pt x="0" y="7324"/>
                  </a:cubicBezTo>
                  <a:cubicBezTo>
                    <a:pt x="0" y="9061"/>
                    <a:pt x="1402" y="10442"/>
                    <a:pt x="3118" y="10442"/>
                  </a:cubicBezTo>
                  <a:cubicBezTo>
                    <a:pt x="4833" y="10442"/>
                    <a:pt x="6235" y="9061"/>
                    <a:pt x="6235" y="7324"/>
                  </a:cubicBezTo>
                  <a:cubicBezTo>
                    <a:pt x="6235" y="5608"/>
                    <a:pt x="3118" y="1"/>
                    <a:pt x="3118" y="1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181233" y="840353"/>
              <a:ext cx="226269" cy="378368"/>
            </a:xfrm>
            <a:custGeom>
              <a:avLst/>
              <a:gdLst/>
              <a:ahLst/>
              <a:cxnLst/>
              <a:rect l="l" t="t" r="r" b="b"/>
              <a:pathLst>
                <a:path w="6257" h="10463" fill="none" extrusionOk="0">
                  <a:moveTo>
                    <a:pt x="6257" y="7345"/>
                  </a:moveTo>
                  <a:cubicBezTo>
                    <a:pt x="6257" y="9081"/>
                    <a:pt x="4855" y="10462"/>
                    <a:pt x="3118" y="10462"/>
                  </a:cubicBezTo>
                  <a:cubicBezTo>
                    <a:pt x="1402" y="10462"/>
                    <a:pt x="1" y="9060"/>
                    <a:pt x="1" y="7345"/>
                  </a:cubicBezTo>
                  <a:cubicBezTo>
                    <a:pt x="1" y="5608"/>
                    <a:pt x="3118" y="1"/>
                    <a:pt x="3118" y="1"/>
                  </a:cubicBezTo>
                  <a:cubicBezTo>
                    <a:pt x="3118" y="1"/>
                    <a:pt x="6257" y="5629"/>
                    <a:pt x="6257" y="7345"/>
                  </a:cubicBezTo>
                  <a:close/>
                </a:path>
              </a:pathLst>
            </a:custGeom>
            <a:noFill/>
            <a:ln w="28575" cap="rnd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5;p2"/>
          <p:cNvGrpSpPr/>
          <p:nvPr/>
        </p:nvGrpSpPr>
        <p:grpSpPr>
          <a:xfrm>
            <a:off x="7572112" y="2369074"/>
            <a:ext cx="194921" cy="194959"/>
            <a:chOff x="7932213" y="1463813"/>
            <a:chExt cx="127125" cy="127150"/>
          </a:xfrm>
        </p:grpSpPr>
        <p:sp>
          <p:nvSpPr>
            <p:cNvPr id="26" name="Google Shape;26;p2"/>
            <p:cNvSpPr/>
            <p:nvPr/>
          </p:nvSpPr>
          <p:spPr>
            <a:xfrm>
              <a:off x="7932213" y="1527113"/>
              <a:ext cx="127125" cy="25"/>
            </a:xfrm>
            <a:custGeom>
              <a:avLst/>
              <a:gdLst/>
              <a:ahLst/>
              <a:cxnLst/>
              <a:rect l="l" t="t" r="r" b="b"/>
              <a:pathLst>
                <a:path w="5085" h="1" fill="none" extrusionOk="0">
                  <a:moveTo>
                    <a:pt x="0" y="1"/>
                  </a:moveTo>
                  <a:lnTo>
                    <a:pt x="5085" y="1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7996013" y="1463813"/>
              <a:ext cx="25" cy="127150"/>
            </a:xfrm>
            <a:custGeom>
              <a:avLst/>
              <a:gdLst/>
              <a:ahLst/>
              <a:cxnLst/>
              <a:rect l="l" t="t" r="r" b="b"/>
              <a:pathLst>
                <a:path w="1" h="5086" fill="none" extrusionOk="0">
                  <a:moveTo>
                    <a:pt x="1" y="5085"/>
                  </a:moveTo>
                  <a:lnTo>
                    <a:pt x="1" y="1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/>
          <p:nvPr/>
        </p:nvSpPr>
        <p:spPr>
          <a:xfrm>
            <a:off x="7263478" y="4178242"/>
            <a:ext cx="1087408" cy="309013"/>
          </a:xfrm>
          <a:custGeom>
            <a:avLst/>
            <a:gdLst/>
            <a:ahLst/>
            <a:cxnLst/>
            <a:rect l="l" t="t" r="r" b="b"/>
            <a:pathLst>
              <a:path w="17787" h="12785" fill="none" extrusionOk="0">
                <a:moveTo>
                  <a:pt x="1" y="6801"/>
                </a:moveTo>
                <a:lnTo>
                  <a:pt x="4730" y="6801"/>
                </a:lnTo>
                <a:lnTo>
                  <a:pt x="5860" y="0"/>
                </a:lnTo>
                <a:lnTo>
                  <a:pt x="7450" y="12785"/>
                </a:lnTo>
                <a:lnTo>
                  <a:pt x="8705" y="2720"/>
                </a:lnTo>
                <a:lnTo>
                  <a:pt x="9584" y="8181"/>
                </a:lnTo>
                <a:lnTo>
                  <a:pt x="10965" y="2720"/>
                </a:lnTo>
                <a:lnTo>
                  <a:pt x="12179" y="7763"/>
                </a:lnTo>
                <a:lnTo>
                  <a:pt x="12681" y="6821"/>
                </a:lnTo>
                <a:lnTo>
                  <a:pt x="13350" y="6821"/>
                </a:lnTo>
                <a:lnTo>
                  <a:pt x="17786" y="6821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8233131" y="2898429"/>
            <a:ext cx="117144" cy="38"/>
          </a:xfrm>
          <a:custGeom>
            <a:avLst/>
            <a:gdLst/>
            <a:ahLst/>
            <a:cxnLst/>
            <a:rect l="l" t="t" r="r" b="b"/>
            <a:pathLst>
              <a:path w="3056" h="1" fill="none" extrusionOk="0">
                <a:moveTo>
                  <a:pt x="1" y="1"/>
                </a:moveTo>
                <a:lnTo>
                  <a:pt x="3055" y="1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" name="Google Shape;30;p2"/>
          <p:cNvGrpSpPr/>
          <p:nvPr/>
        </p:nvGrpSpPr>
        <p:grpSpPr>
          <a:xfrm>
            <a:off x="7074635" y="3327662"/>
            <a:ext cx="538462" cy="633585"/>
            <a:chOff x="7035875" y="2497325"/>
            <a:chExt cx="607813" cy="715188"/>
          </a:xfrm>
        </p:grpSpPr>
        <p:sp>
          <p:nvSpPr>
            <p:cNvPr id="31" name="Google Shape;31;p2"/>
            <p:cNvSpPr/>
            <p:nvPr/>
          </p:nvSpPr>
          <p:spPr>
            <a:xfrm>
              <a:off x="7035875" y="2678254"/>
              <a:ext cx="607813" cy="534259"/>
            </a:xfrm>
            <a:custGeom>
              <a:avLst/>
              <a:gdLst/>
              <a:ahLst/>
              <a:cxnLst/>
              <a:rect l="l" t="t" r="r" b="b"/>
              <a:pathLst>
                <a:path w="41681" h="36637" extrusionOk="0">
                  <a:moveTo>
                    <a:pt x="13113" y="0"/>
                  </a:moveTo>
                  <a:cubicBezTo>
                    <a:pt x="10043" y="0"/>
                    <a:pt x="6974" y="1165"/>
                    <a:pt x="4645" y="3493"/>
                  </a:cubicBezTo>
                  <a:cubicBezTo>
                    <a:pt x="251" y="7908"/>
                    <a:pt x="0" y="14960"/>
                    <a:pt x="3913" y="19646"/>
                  </a:cubicBezTo>
                  <a:cubicBezTo>
                    <a:pt x="4143" y="19918"/>
                    <a:pt x="4394" y="20190"/>
                    <a:pt x="4645" y="20462"/>
                  </a:cubicBezTo>
                  <a:lnTo>
                    <a:pt x="20840" y="36636"/>
                  </a:lnTo>
                  <a:lnTo>
                    <a:pt x="37035" y="20462"/>
                  </a:lnTo>
                  <a:cubicBezTo>
                    <a:pt x="37286" y="20190"/>
                    <a:pt x="37537" y="19918"/>
                    <a:pt x="37768" y="19646"/>
                  </a:cubicBezTo>
                  <a:cubicBezTo>
                    <a:pt x="41680" y="14960"/>
                    <a:pt x="41429" y="7908"/>
                    <a:pt x="37035" y="3493"/>
                  </a:cubicBezTo>
                  <a:cubicBezTo>
                    <a:pt x="34706" y="1165"/>
                    <a:pt x="31632" y="0"/>
                    <a:pt x="28559" y="0"/>
                  </a:cubicBezTo>
                  <a:cubicBezTo>
                    <a:pt x="25807" y="0"/>
                    <a:pt x="23055" y="934"/>
                    <a:pt x="20840" y="2803"/>
                  </a:cubicBezTo>
                  <a:cubicBezTo>
                    <a:pt x="18616" y="934"/>
                    <a:pt x="15864" y="0"/>
                    <a:pt x="13113" y="0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0134" y="2497325"/>
              <a:ext cx="320851" cy="290691"/>
            </a:xfrm>
            <a:custGeom>
              <a:avLst/>
              <a:gdLst/>
              <a:ahLst/>
              <a:cxnLst/>
              <a:rect l="l" t="t" r="r" b="b"/>
              <a:pathLst>
                <a:path w="19585" h="17744" fill="none" extrusionOk="0">
                  <a:moveTo>
                    <a:pt x="17388" y="2177"/>
                  </a:moveTo>
                  <a:lnTo>
                    <a:pt x="17388" y="2177"/>
                  </a:lnTo>
                  <a:cubicBezTo>
                    <a:pt x="15317" y="105"/>
                    <a:pt x="12011" y="1"/>
                    <a:pt x="9793" y="1863"/>
                  </a:cubicBezTo>
                  <a:cubicBezTo>
                    <a:pt x="7596" y="1"/>
                    <a:pt x="4269" y="105"/>
                    <a:pt x="2197" y="2177"/>
                  </a:cubicBezTo>
                  <a:cubicBezTo>
                    <a:pt x="126" y="4248"/>
                    <a:pt x="1" y="7554"/>
                    <a:pt x="1842" y="9772"/>
                  </a:cubicBezTo>
                  <a:cubicBezTo>
                    <a:pt x="1946" y="9897"/>
                    <a:pt x="2072" y="10023"/>
                    <a:pt x="2197" y="10149"/>
                  </a:cubicBezTo>
                  <a:lnTo>
                    <a:pt x="9793" y="17744"/>
                  </a:lnTo>
                  <a:lnTo>
                    <a:pt x="17388" y="10149"/>
                  </a:lnTo>
                  <a:cubicBezTo>
                    <a:pt x="17514" y="10023"/>
                    <a:pt x="17639" y="9897"/>
                    <a:pt x="17744" y="9772"/>
                  </a:cubicBezTo>
                  <a:cubicBezTo>
                    <a:pt x="19585" y="7554"/>
                    <a:pt x="19459" y="4248"/>
                    <a:pt x="17388" y="2177"/>
                  </a:cubicBezTo>
                  <a:close/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8222459" y="3932706"/>
            <a:ext cx="91848" cy="154095"/>
          </a:xfrm>
          <a:custGeom>
            <a:avLst/>
            <a:gdLst/>
            <a:ahLst/>
            <a:cxnLst/>
            <a:rect l="l" t="t" r="r" b="b"/>
            <a:pathLst>
              <a:path w="3118" h="5232" extrusionOk="0">
                <a:moveTo>
                  <a:pt x="1549" y="1"/>
                </a:moveTo>
                <a:cubicBezTo>
                  <a:pt x="1549" y="1"/>
                  <a:pt x="0" y="2804"/>
                  <a:pt x="0" y="3662"/>
                </a:cubicBezTo>
                <a:cubicBezTo>
                  <a:pt x="0" y="4520"/>
                  <a:pt x="691" y="5231"/>
                  <a:pt x="1549" y="5231"/>
                </a:cubicBezTo>
                <a:cubicBezTo>
                  <a:pt x="2407" y="5231"/>
                  <a:pt x="3118" y="4520"/>
                  <a:pt x="3118" y="3662"/>
                </a:cubicBezTo>
                <a:cubicBezTo>
                  <a:pt x="3118" y="2804"/>
                  <a:pt x="1549" y="1"/>
                  <a:pt x="1549" y="1"/>
                </a:cubicBezTo>
                <a:close/>
              </a:path>
            </a:pathLst>
          </a:custGeom>
          <a:solidFill>
            <a:srgbClr val="B209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846834" y="2990318"/>
            <a:ext cx="91848" cy="154095"/>
          </a:xfrm>
          <a:custGeom>
            <a:avLst/>
            <a:gdLst/>
            <a:ahLst/>
            <a:cxnLst/>
            <a:rect l="l" t="t" r="r" b="b"/>
            <a:pathLst>
              <a:path w="3118" h="5232" extrusionOk="0">
                <a:moveTo>
                  <a:pt x="1549" y="1"/>
                </a:moveTo>
                <a:cubicBezTo>
                  <a:pt x="1549" y="1"/>
                  <a:pt x="0" y="2804"/>
                  <a:pt x="0" y="3662"/>
                </a:cubicBezTo>
                <a:cubicBezTo>
                  <a:pt x="0" y="4520"/>
                  <a:pt x="691" y="5231"/>
                  <a:pt x="1549" y="5231"/>
                </a:cubicBezTo>
                <a:cubicBezTo>
                  <a:pt x="2407" y="5231"/>
                  <a:pt x="3118" y="4520"/>
                  <a:pt x="3118" y="3662"/>
                </a:cubicBezTo>
                <a:cubicBezTo>
                  <a:pt x="3118" y="2804"/>
                  <a:pt x="1549" y="1"/>
                  <a:pt x="1549" y="1"/>
                </a:cubicBezTo>
                <a:close/>
              </a:path>
            </a:pathLst>
          </a:custGeom>
          <a:solidFill>
            <a:srgbClr val="B209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2"/>
          <p:cNvGrpSpPr/>
          <p:nvPr/>
        </p:nvGrpSpPr>
        <p:grpSpPr>
          <a:xfrm rot="8100000">
            <a:off x="1829345" y="3701765"/>
            <a:ext cx="868012" cy="238568"/>
            <a:chOff x="5167638" y="3426595"/>
            <a:chExt cx="1021600" cy="280780"/>
          </a:xfrm>
        </p:grpSpPr>
        <p:sp>
          <p:nvSpPr>
            <p:cNvPr id="36" name="Google Shape;36;p2"/>
            <p:cNvSpPr/>
            <p:nvPr/>
          </p:nvSpPr>
          <p:spPr>
            <a:xfrm>
              <a:off x="5625151" y="3426595"/>
              <a:ext cx="333600" cy="19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539538" y="3511200"/>
              <a:ext cx="499050" cy="196175"/>
            </a:xfrm>
            <a:custGeom>
              <a:avLst/>
              <a:gdLst/>
              <a:ahLst/>
              <a:cxnLst/>
              <a:rect l="l" t="t" r="r" b="b"/>
              <a:pathLst>
                <a:path w="19962" h="7847" fill="none" extrusionOk="0">
                  <a:moveTo>
                    <a:pt x="1" y="7847"/>
                  </a:moveTo>
                  <a:lnTo>
                    <a:pt x="1" y="0"/>
                  </a:lnTo>
                  <a:lnTo>
                    <a:pt x="19962" y="0"/>
                  </a:lnTo>
                  <a:lnTo>
                    <a:pt x="19962" y="7847"/>
                  </a:lnTo>
                  <a:close/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454288" y="3511200"/>
              <a:ext cx="85275" cy="196175"/>
            </a:xfrm>
            <a:custGeom>
              <a:avLst/>
              <a:gdLst/>
              <a:ahLst/>
              <a:cxnLst/>
              <a:rect l="l" t="t" r="r" b="b"/>
              <a:pathLst>
                <a:path w="3411" h="7847" fill="none" extrusionOk="0">
                  <a:moveTo>
                    <a:pt x="3411" y="7847"/>
                  </a:moveTo>
                  <a:lnTo>
                    <a:pt x="3411" y="0"/>
                  </a:lnTo>
                  <a:lnTo>
                    <a:pt x="0" y="3934"/>
                  </a:lnTo>
                  <a:close/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167638" y="3609550"/>
              <a:ext cx="286675" cy="25"/>
            </a:xfrm>
            <a:custGeom>
              <a:avLst/>
              <a:gdLst/>
              <a:ahLst/>
              <a:cxnLst/>
              <a:rect l="l" t="t" r="r" b="b"/>
              <a:pathLst>
                <a:path w="11467" h="1" fill="none" extrusionOk="0">
                  <a:moveTo>
                    <a:pt x="11466" y="0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038563" y="3609550"/>
              <a:ext cx="150675" cy="25"/>
            </a:xfrm>
            <a:custGeom>
              <a:avLst/>
              <a:gdLst/>
              <a:ahLst/>
              <a:cxnLst/>
              <a:rect l="l" t="t" r="r" b="b"/>
              <a:pathLst>
                <a:path w="6027" h="1" fill="none" extrusionOk="0">
                  <a:moveTo>
                    <a:pt x="1" y="0"/>
                  </a:moveTo>
                  <a:lnTo>
                    <a:pt x="6027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189213" y="3521150"/>
              <a:ext cx="25" cy="176825"/>
            </a:xfrm>
            <a:custGeom>
              <a:avLst/>
              <a:gdLst/>
              <a:ahLst/>
              <a:cxnLst/>
              <a:rect l="l" t="t" r="r" b="b"/>
              <a:pathLst>
                <a:path w="1" h="7073" fill="none" extrusionOk="0">
                  <a:moveTo>
                    <a:pt x="1" y="7072"/>
                  </a:move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58013" y="3637275"/>
              <a:ext cx="25" cy="70100"/>
            </a:xfrm>
            <a:custGeom>
              <a:avLst/>
              <a:gdLst/>
              <a:ahLst/>
              <a:cxnLst/>
              <a:rect l="l" t="t" r="r" b="b"/>
              <a:pathLst>
                <a:path w="1" h="2804" fill="none" extrusionOk="0">
                  <a:moveTo>
                    <a:pt x="1" y="2804"/>
                  </a:move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874838" y="3637275"/>
              <a:ext cx="25" cy="70100"/>
            </a:xfrm>
            <a:custGeom>
              <a:avLst/>
              <a:gdLst/>
              <a:ahLst/>
              <a:cxnLst/>
              <a:rect l="l" t="t" r="r" b="b"/>
              <a:pathLst>
                <a:path w="1" h="2804" fill="none" extrusionOk="0">
                  <a:moveTo>
                    <a:pt x="1" y="2804"/>
                  </a:move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791663" y="3637275"/>
              <a:ext cx="25" cy="70100"/>
            </a:xfrm>
            <a:custGeom>
              <a:avLst/>
              <a:gdLst/>
              <a:ahLst/>
              <a:cxnLst/>
              <a:rect l="l" t="t" r="r" b="b"/>
              <a:pathLst>
                <a:path w="1" h="2804" fill="none" extrusionOk="0">
                  <a:moveTo>
                    <a:pt x="1" y="2804"/>
                  </a:moveTo>
                  <a:lnTo>
                    <a:pt x="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708513" y="3637275"/>
              <a:ext cx="25" cy="70100"/>
            </a:xfrm>
            <a:custGeom>
              <a:avLst/>
              <a:gdLst/>
              <a:ahLst/>
              <a:cxnLst/>
              <a:rect l="l" t="t" r="r" b="b"/>
              <a:pathLst>
                <a:path w="1" h="2804" fill="none" extrusionOk="0">
                  <a:moveTo>
                    <a:pt x="0" y="280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625863" y="3637275"/>
              <a:ext cx="25" cy="70100"/>
            </a:xfrm>
            <a:custGeom>
              <a:avLst/>
              <a:gdLst/>
              <a:ahLst/>
              <a:cxnLst/>
              <a:rect l="l" t="t" r="r" b="b"/>
              <a:pathLst>
                <a:path w="1" h="2804" fill="none" extrusionOk="0">
                  <a:moveTo>
                    <a:pt x="0" y="2804"/>
                  </a:move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747867" y="3479956"/>
            <a:ext cx="299760" cy="406359"/>
            <a:chOff x="8107742" y="840353"/>
            <a:chExt cx="299760" cy="406359"/>
          </a:xfrm>
        </p:grpSpPr>
        <p:sp>
          <p:nvSpPr>
            <p:cNvPr id="48" name="Google Shape;48;p2"/>
            <p:cNvSpPr/>
            <p:nvPr/>
          </p:nvSpPr>
          <p:spPr>
            <a:xfrm>
              <a:off x="8107742" y="869102"/>
              <a:ext cx="225509" cy="377609"/>
            </a:xfrm>
            <a:custGeom>
              <a:avLst/>
              <a:gdLst/>
              <a:ahLst/>
              <a:cxnLst/>
              <a:rect l="l" t="t" r="r" b="b"/>
              <a:pathLst>
                <a:path w="6236" h="10442" extrusionOk="0">
                  <a:moveTo>
                    <a:pt x="3118" y="1"/>
                  </a:moveTo>
                  <a:cubicBezTo>
                    <a:pt x="3118" y="1"/>
                    <a:pt x="0" y="5608"/>
                    <a:pt x="0" y="7324"/>
                  </a:cubicBezTo>
                  <a:cubicBezTo>
                    <a:pt x="0" y="9061"/>
                    <a:pt x="1402" y="10442"/>
                    <a:pt x="3118" y="10442"/>
                  </a:cubicBezTo>
                  <a:cubicBezTo>
                    <a:pt x="4833" y="10442"/>
                    <a:pt x="6235" y="9061"/>
                    <a:pt x="6235" y="7324"/>
                  </a:cubicBezTo>
                  <a:cubicBezTo>
                    <a:pt x="6235" y="5608"/>
                    <a:pt x="3118" y="1"/>
                    <a:pt x="3118" y="1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181233" y="840353"/>
              <a:ext cx="226269" cy="378368"/>
            </a:xfrm>
            <a:custGeom>
              <a:avLst/>
              <a:gdLst/>
              <a:ahLst/>
              <a:cxnLst/>
              <a:rect l="l" t="t" r="r" b="b"/>
              <a:pathLst>
                <a:path w="6257" h="10463" fill="none" extrusionOk="0">
                  <a:moveTo>
                    <a:pt x="6257" y="7345"/>
                  </a:moveTo>
                  <a:cubicBezTo>
                    <a:pt x="6257" y="9081"/>
                    <a:pt x="4855" y="10462"/>
                    <a:pt x="3118" y="10462"/>
                  </a:cubicBezTo>
                  <a:cubicBezTo>
                    <a:pt x="1402" y="10462"/>
                    <a:pt x="1" y="9060"/>
                    <a:pt x="1" y="7345"/>
                  </a:cubicBezTo>
                  <a:cubicBezTo>
                    <a:pt x="1" y="5608"/>
                    <a:pt x="3118" y="1"/>
                    <a:pt x="3118" y="1"/>
                  </a:cubicBezTo>
                  <a:cubicBezTo>
                    <a:pt x="3118" y="1"/>
                    <a:pt x="6257" y="5629"/>
                    <a:pt x="6257" y="7345"/>
                  </a:cubicBezTo>
                  <a:close/>
                </a:path>
              </a:pathLst>
            </a:custGeom>
            <a:noFill/>
            <a:ln w="28575" cap="rnd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50;p2"/>
          <p:cNvGrpSpPr/>
          <p:nvPr/>
        </p:nvGrpSpPr>
        <p:grpSpPr>
          <a:xfrm flipH="1">
            <a:off x="1530942" y="2986482"/>
            <a:ext cx="194921" cy="194959"/>
            <a:chOff x="7932213" y="1463813"/>
            <a:chExt cx="127125" cy="127150"/>
          </a:xfrm>
        </p:grpSpPr>
        <p:sp>
          <p:nvSpPr>
            <p:cNvPr id="51" name="Google Shape;51;p2"/>
            <p:cNvSpPr/>
            <p:nvPr/>
          </p:nvSpPr>
          <p:spPr>
            <a:xfrm>
              <a:off x="7932213" y="1527113"/>
              <a:ext cx="127125" cy="25"/>
            </a:xfrm>
            <a:custGeom>
              <a:avLst/>
              <a:gdLst/>
              <a:ahLst/>
              <a:cxnLst/>
              <a:rect l="l" t="t" r="r" b="b"/>
              <a:pathLst>
                <a:path w="5085" h="1" fill="none" extrusionOk="0">
                  <a:moveTo>
                    <a:pt x="0" y="1"/>
                  </a:moveTo>
                  <a:lnTo>
                    <a:pt x="5085" y="1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996013" y="1463813"/>
              <a:ext cx="25" cy="127150"/>
            </a:xfrm>
            <a:custGeom>
              <a:avLst/>
              <a:gdLst/>
              <a:ahLst/>
              <a:cxnLst/>
              <a:rect l="l" t="t" r="r" b="b"/>
              <a:pathLst>
                <a:path w="1" h="5086" fill="none" extrusionOk="0">
                  <a:moveTo>
                    <a:pt x="1" y="5085"/>
                  </a:moveTo>
                  <a:lnTo>
                    <a:pt x="1" y="1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2"/>
          <p:cNvSpPr/>
          <p:nvPr/>
        </p:nvSpPr>
        <p:spPr>
          <a:xfrm flipH="1">
            <a:off x="703886" y="4128391"/>
            <a:ext cx="1087408" cy="309013"/>
          </a:xfrm>
          <a:custGeom>
            <a:avLst/>
            <a:gdLst/>
            <a:ahLst/>
            <a:cxnLst/>
            <a:rect l="l" t="t" r="r" b="b"/>
            <a:pathLst>
              <a:path w="17787" h="12785" fill="none" extrusionOk="0">
                <a:moveTo>
                  <a:pt x="1" y="6801"/>
                </a:moveTo>
                <a:lnTo>
                  <a:pt x="4730" y="6801"/>
                </a:lnTo>
                <a:lnTo>
                  <a:pt x="5860" y="0"/>
                </a:lnTo>
                <a:lnTo>
                  <a:pt x="7450" y="12785"/>
                </a:lnTo>
                <a:lnTo>
                  <a:pt x="8705" y="2720"/>
                </a:lnTo>
                <a:lnTo>
                  <a:pt x="9584" y="8181"/>
                </a:lnTo>
                <a:lnTo>
                  <a:pt x="10965" y="2720"/>
                </a:lnTo>
                <a:lnTo>
                  <a:pt x="12179" y="7763"/>
                </a:lnTo>
                <a:lnTo>
                  <a:pt x="12681" y="6821"/>
                </a:lnTo>
                <a:lnTo>
                  <a:pt x="13350" y="6821"/>
                </a:lnTo>
                <a:lnTo>
                  <a:pt x="17786" y="6821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"/>
          <p:cNvSpPr/>
          <p:nvPr/>
        </p:nvSpPr>
        <p:spPr>
          <a:xfrm flipH="1">
            <a:off x="703897" y="3138887"/>
            <a:ext cx="117144" cy="38"/>
          </a:xfrm>
          <a:custGeom>
            <a:avLst/>
            <a:gdLst/>
            <a:ahLst/>
            <a:cxnLst/>
            <a:rect l="l" t="t" r="r" b="b"/>
            <a:pathLst>
              <a:path w="3056" h="1" fill="none" extrusionOk="0">
                <a:moveTo>
                  <a:pt x="1" y="1"/>
                </a:moveTo>
                <a:lnTo>
                  <a:pt x="3055" y="1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 flipH="1">
            <a:off x="823473" y="2465325"/>
            <a:ext cx="91848" cy="154069"/>
          </a:xfrm>
          <a:custGeom>
            <a:avLst/>
            <a:gdLst/>
            <a:ahLst/>
            <a:cxnLst/>
            <a:rect l="l" t="t" r="r" b="b"/>
            <a:pathLst>
              <a:path w="3118" h="5232" extrusionOk="0">
                <a:moveTo>
                  <a:pt x="1549" y="1"/>
                </a:moveTo>
                <a:cubicBezTo>
                  <a:pt x="1549" y="1"/>
                  <a:pt x="0" y="2804"/>
                  <a:pt x="0" y="3662"/>
                </a:cubicBezTo>
                <a:cubicBezTo>
                  <a:pt x="0" y="4520"/>
                  <a:pt x="691" y="5231"/>
                  <a:pt x="1549" y="5231"/>
                </a:cubicBezTo>
                <a:cubicBezTo>
                  <a:pt x="2407" y="5231"/>
                  <a:pt x="3118" y="4520"/>
                  <a:pt x="3118" y="3662"/>
                </a:cubicBezTo>
                <a:cubicBezTo>
                  <a:pt x="3118" y="2804"/>
                  <a:pt x="1549" y="1"/>
                  <a:pt x="1549" y="1"/>
                </a:cubicBezTo>
                <a:close/>
              </a:path>
            </a:pathLst>
          </a:custGeom>
          <a:solidFill>
            <a:srgbClr val="B209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 flipH="1">
            <a:off x="2383376" y="4248753"/>
            <a:ext cx="91848" cy="154069"/>
          </a:xfrm>
          <a:custGeom>
            <a:avLst/>
            <a:gdLst/>
            <a:ahLst/>
            <a:cxnLst/>
            <a:rect l="l" t="t" r="r" b="b"/>
            <a:pathLst>
              <a:path w="3118" h="5232" extrusionOk="0">
                <a:moveTo>
                  <a:pt x="1549" y="1"/>
                </a:moveTo>
                <a:cubicBezTo>
                  <a:pt x="1549" y="1"/>
                  <a:pt x="0" y="2804"/>
                  <a:pt x="0" y="3662"/>
                </a:cubicBezTo>
                <a:cubicBezTo>
                  <a:pt x="0" y="4520"/>
                  <a:pt x="691" y="5231"/>
                  <a:pt x="1549" y="5231"/>
                </a:cubicBezTo>
                <a:cubicBezTo>
                  <a:pt x="2407" y="5231"/>
                  <a:pt x="3118" y="4520"/>
                  <a:pt x="3118" y="3662"/>
                </a:cubicBezTo>
                <a:cubicBezTo>
                  <a:pt x="3118" y="2804"/>
                  <a:pt x="1549" y="1"/>
                  <a:pt x="1549" y="1"/>
                </a:cubicBezTo>
                <a:close/>
              </a:path>
            </a:pathLst>
          </a:custGeom>
          <a:solidFill>
            <a:srgbClr val="B209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" name="Google Shape;57;p2"/>
          <p:cNvGrpSpPr/>
          <p:nvPr/>
        </p:nvGrpSpPr>
        <p:grpSpPr>
          <a:xfrm>
            <a:off x="389495" y="-203103"/>
            <a:ext cx="8365500" cy="5075903"/>
            <a:chOff x="342700" y="-203103"/>
            <a:chExt cx="8365500" cy="5075903"/>
          </a:xfrm>
        </p:grpSpPr>
        <p:cxnSp>
          <p:nvCxnSpPr>
            <p:cNvPr id="58" name="Google Shape;58;p2"/>
            <p:cNvCxnSpPr/>
            <p:nvPr/>
          </p:nvCxnSpPr>
          <p:spPr>
            <a:xfrm>
              <a:off x="342700" y="4869677"/>
              <a:ext cx="83655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2"/>
            <p:cNvCxnSpPr/>
            <p:nvPr/>
          </p:nvCxnSpPr>
          <p:spPr>
            <a:xfrm rot="10800000">
              <a:off x="8692955" y="529100"/>
              <a:ext cx="0" cy="4343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0" name="Google Shape;60;p2"/>
            <p:cNvGrpSpPr/>
            <p:nvPr/>
          </p:nvGrpSpPr>
          <p:grpSpPr>
            <a:xfrm>
              <a:off x="4525206" y="-66000"/>
              <a:ext cx="4173513" cy="606320"/>
              <a:chOff x="4531667" y="221864"/>
              <a:chExt cx="4173513" cy="606320"/>
            </a:xfrm>
          </p:grpSpPr>
          <p:cxnSp>
            <p:nvCxnSpPr>
              <p:cNvPr id="61" name="Google Shape;61;p2"/>
              <p:cNvCxnSpPr/>
              <p:nvPr/>
            </p:nvCxnSpPr>
            <p:spPr>
              <a:xfrm>
                <a:off x="4919780" y="828184"/>
                <a:ext cx="3785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2" name="Google Shape;62;p2"/>
              <p:cNvSpPr/>
              <p:nvPr/>
            </p:nvSpPr>
            <p:spPr>
              <a:xfrm>
                <a:off x="4531667" y="221864"/>
                <a:ext cx="409560" cy="606279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" name="Google Shape;63;p2"/>
            <p:cNvGrpSpPr/>
            <p:nvPr/>
          </p:nvGrpSpPr>
          <p:grpSpPr>
            <a:xfrm>
              <a:off x="4383358" y="-203103"/>
              <a:ext cx="273654" cy="399438"/>
              <a:chOff x="4389820" y="8562"/>
              <a:chExt cx="273654" cy="399438"/>
            </a:xfrm>
          </p:grpSpPr>
          <p:grpSp>
            <p:nvGrpSpPr>
              <p:cNvPr id="64" name="Google Shape;64;p2"/>
              <p:cNvGrpSpPr/>
              <p:nvPr/>
            </p:nvGrpSpPr>
            <p:grpSpPr>
              <a:xfrm>
                <a:off x="4389820" y="8562"/>
                <a:ext cx="273654" cy="393837"/>
                <a:chOff x="228120" y="8562"/>
                <a:chExt cx="273654" cy="393837"/>
              </a:xfrm>
            </p:grpSpPr>
            <p:sp>
              <p:nvSpPr>
                <p:cNvPr id="65" name="Google Shape;65;p2"/>
                <p:cNvSpPr/>
                <p:nvPr/>
              </p:nvSpPr>
              <p:spPr>
                <a:xfrm>
                  <a:off x="228120" y="8562"/>
                  <a:ext cx="273654" cy="98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4" h="2282" fill="none" extrusionOk="0">
                      <a:moveTo>
                        <a:pt x="1" y="1"/>
                      </a:moveTo>
                      <a:lnTo>
                        <a:pt x="8224" y="1"/>
                      </a:lnTo>
                      <a:lnTo>
                        <a:pt x="8224" y="2281"/>
                      </a:lnTo>
                      <a:lnTo>
                        <a:pt x="1" y="228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" name="Google Shape;66;p2"/>
                <p:cNvSpPr/>
                <p:nvPr/>
              </p:nvSpPr>
              <p:spPr>
                <a:xfrm>
                  <a:off x="339369" y="107423"/>
                  <a:ext cx="59924" cy="2949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3307" fill="none" extrusionOk="0">
                      <a:moveTo>
                        <a:pt x="1" y="0"/>
                      </a:moveTo>
                      <a:lnTo>
                        <a:pt x="1800" y="0"/>
                      </a:lnTo>
                      <a:lnTo>
                        <a:pt x="1800" y="3306"/>
                      </a:lnTo>
                      <a:lnTo>
                        <a:pt x="1" y="330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7" name="Google Shape;67;p2"/>
              <p:cNvSpPr/>
              <p:nvPr/>
            </p:nvSpPr>
            <p:spPr>
              <a:xfrm>
                <a:off x="4507931" y="117000"/>
                <a:ext cx="45600" cy="291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4393781" y="14275"/>
                <a:ext cx="262500" cy="91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2"/>
            <p:cNvGrpSpPr/>
            <p:nvPr/>
          </p:nvGrpSpPr>
          <p:grpSpPr>
            <a:xfrm>
              <a:off x="356280" y="346226"/>
              <a:ext cx="2069979" cy="4526574"/>
              <a:chOff x="356280" y="346226"/>
              <a:chExt cx="2069979" cy="4526574"/>
            </a:xfrm>
          </p:grpSpPr>
          <p:grpSp>
            <p:nvGrpSpPr>
              <p:cNvPr id="70" name="Google Shape;70;p2"/>
              <p:cNvGrpSpPr/>
              <p:nvPr/>
            </p:nvGrpSpPr>
            <p:grpSpPr>
              <a:xfrm rot="10800000">
                <a:off x="356996" y="346226"/>
                <a:ext cx="835344" cy="748597"/>
                <a:chOff x="1655300" y="2765876"/>
                <a:chExt cx="767780" cy="748597"/>
              </a:xfrm>
            </p:grpSpPr>
            <p:sp>
              <p:nvSpPr>
                <p:cNvPr id="71" name="Google Shape;71;p2"/>
                <p:cNvSpPr/>
                <p:nvPr/>
              </p:nvSpPr>
              <p:spPr>
                <a:xfrm>
                  <a:off x="1655300" y="2765876"/>
                  <a:ext cx="416007" cy="74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2"/>
                <p:cNvSpPr/>
                <p:nvPr/>
              </p:nvSpPr>
              <p:spPr>
                <a:xfrm flipH="1">
                  <a:off x="2007073" y="2765876"/>
                  <a:ext cx="416007" cy="74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3" name="Google Shape;73;p2"/>
              <p:cNvSpPr/>
              <p:nvPr/>
            </p:nvSpPr>
            <p:spPr>
              <a:xfrm>
                <a:off x="845100" y="840150"/>
                <a:ext cx="705900" cy="3135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4" name="Google Shape;74;p2"/>
              <p:cNvGrpSpPr/>
              <p:nvPr/>
            </p:nvGrpSpPr>
            <p:grpSpPr>
              <a:xfrm>
                <a:off x="1238556" y="1951751"/>
                <a:ext cx="1187682" cy="1574424"/>
                <a:chOff x="1651404" y="1940052"/>
                <a:chExt cx="1187682" cy="1574424"/>
              </a:xfrm>
            </p:grpSpPr>
            <p:sp>
              <p:nvSpPr>
                <p:cNvPr id="75" name="Google Shape;75;p2"/>
                <p:cNvSpPr/>
                <p:nvPr/>
              </p:nvSpPr>
              <p:spPr>
                <a:xfrm>
                  <a:off x="1651404" y="2765878"/>
                  <a:ext cx="416007" cy="74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 flipH="1">
                  <a:off x="2007073" y="2765876"/>
                  <a:ext cx="416007" cy="74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 rot="10800000" flipH="1">
                  <a:off x="2423080" y="2386808"/>
                  <a:ext cx="416007" cy="752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78" name="Google Shape;78;p2"/>
                <p:cNvCxnSpPr/>
                <p:nvPr/>
              </p:nvCxnSpPr>
              <p:spPr>
                <a:xfrm rot="10800000">
                  <a:off x="1651404" y="1940052"/>
                  <a:ext cx="0" cy="862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79" name="Google Shape;79;p2"/>
              <p:cNvSpPr/>
              <p:nvPr/>
            </p:nvSpPr>
            <p:spPr>
              <a:xfrm>
                <a:off x="715761" y="1203911"/>
                <a:ext cx="718225" cy="870450"/>
              </a:xfrm>
              <a:custGeom>
                <a:avLst/>
                <a:gdLst/>
                <a:ahLst/>
                <a:cxnLst/>
                <a:rect l="l" t="t" r="r" b="b"/>
                <a:pathLst>
                  <a:path w="28729" h="34818" extrusionOk="0">
                    <a:moveTo>
                      <a:pt x="1" y="0"/>
                    </a:moveTo>
                    <a:lnTo>
                      <a:pt x="1" y="22117"/>
                    </a:lnTo>
                    <a:cubicBezTo>
                      <a:pt x="1" y="25192"/>
                      <a:pt x="1758" y="27871"/>
                      <a:pt x="4332" y="29189"/>
                    </a:cubicBezTo>
                    <a:cubicBezTo>
                      <a:pt x="6529" y="32599"/>
                      <a:pt x="10191" y="34817"/>
                      <a:pt x="14354" y="34817"/>
                    </a:cubicBezTo>
                    <a:cubicBezTo>
                      <a:pt x="18518" y="34817"/>
                      <a:pt x="22201" y="32599"/>
                      <a:pt x="24377" y="29189"/>
                    </a:cubicBezTo>
                    <a:cubicBezTo>
                      <a:pt x="26950" y="27871"/>
                      <a:pt x="28729" y="25192"/>
                      <a:pt x="28729" y="22117"/>
                    </a:cubicBezTo>
                    <a:lnTo>
                      <a:pt x="28729" y="0"/>
                    </a:ln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793762" y="838799"/>
                <a:ext cx="783625" cy="1227200"/>
              </a:xfrm>
              <a:custGeom>
                <a:avLst/>
                <a:gdLst/>
                <a:ahLst/>
                <a:cxnLst/>
                <a:rect l="l" t="t" r="r" b="b"/>
                <a:pathLst>
                  <a:path w="31345" h="49088" extrusionOk="0">
                    <a:moveTo>
                      <a:pt x="15672" y="1779"/>
                    </a:moveTo>
                    <a:cubicBezTo>
                      <a:pt x="16405" y="1779"/>
                      <a:pt x="16970" y="2365"/>
                      <a:pt x="16970" y="3077"/>
                    </a:cubicBezTo>
                    <a:cubicBezTo>
                      <a:pt x="16970" y="3788"/>
                      <a:pt x="16405" y="4374"/>
                      <a:pt x="15672" y="4374"/>
                    </a:cubicBezTo>
                    <a:cubicBezTo>
                      <a:pt x="14961" y="4374"/>
                      <a:pt x="14375" y="3788"/>
                      <a:pt x="14375" y="3077"/>
                    </a:cubicBezTo>
                    <a:cubicBezTo>
                      <a:pt x="14375" y="2365"/>
                      <a:pt x="14961" y="1779"/>
                      <a:pt x="15672" y="1779"/>
                    </a:cubicBezTo>
                    <a:close/>
                    <a:moveTo>
                      <a:pt x="8663" y="1"/>
                    </a:moveTo>
                    <a:cubicBezTo>
                      <a:pt x="3892" y="1"/>
                      <a:pt x="1" y="3893"/>
                      <a:pt x="1" y="8663"/>
                    </a:cubicBezTo>
                    <a:lnTo>
                      <a:pt x="1" y="33772"/>
                    </a:lnTo>
                    <a:cubicBezTo>
                      <a:pt x="1" y="37350"/>
                      <a:pt x="2177" y="40404"/>
                      <a:pt x="5252" y="41723"/>
                    </a:cubicBezTo>
                    <a:cubicBezTo>
                      <a:pt x="7219" y="44422"/>
                      <a:pt x="10211" y="46326"/>
                      <a:pt x="13664" y="46870"/>
                    </a:cubicBezTo>
                    <a:lnTo>
                      <a:pt x="13664" y="49088"/>
                    </a:lnTo>
                    <a:lnTo>
                      <a:pt x="17702" y="49088"/>
                    </a:lnTo>
                    <a:lnTo>
                      <a:pt x="17702" y="46870"/>
                    </a:lnTo>
                    <a:cubicBezTo>
                      <a:pt x="21133" y="46326"/>
                      <a:pt x="24126" y="44422"/>
                      <a:pt x="26092" y="41723"/>
                    </a:cubicBezTo>
                    <a:cubicBezTo>
                      <a:pt x="29189" y="40404"/>
                      <a:pt x="31344" y="37329"/>
                      <a:pt x="31344" y="33772"/>
                    </a:cubicBezTo>
                    <a:lnTo>
                      <a:pt x="31344" y="8663"/>
                    </a:lnTo>
                    <a:cubicBezTo>
                      <a:pt x="31344" y="3872"/>
                      <a:pt x="27473" y="1"/>
                      <a:pt x="22682" y="1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1" name="Google Shape;81;p2"/>
              <p:cNvGrpSpPr/>
              <p:nvPr/>
            </p:nvGrpSpPr>
            <p:grpSpPr>
              <a:xfrm>
                <a:off x="875111" y="986705"/>
                <a:ext cx="85800" cy="782973"/>
                <a:chOff x="1270825" y="1135225"/>
                <a:chExt cx="85800" cy="558150"/>
              </a:xfrm>
            </p:grpSpPr>
            <p:sp>
              <p:nvSpPr>
                <p:cNvPr id="82" name="Google Shape;82;p2"/>
                <p:cNvSpPr/>
                <p:nvPr/>
              </p:nvSpPr>
              <p:spPr>
                <a:xfrm>
                  <a:off x="1270825" y="1135225"/>
                  <a:ext cx="8580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" name="Google Shape;83;p2"/>
                <p:cNvSpPr/>
                <p:nvPr/>
              </p:nvSpPr>
              <p:spPr>
                <a:xfrm>
                  <a:off x="1270825" y="12095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" name="Google Shape;84;p2"/>
                <p:cNvSpPr/>
                <p:nvPr/>
              </p:nvSpPr>
              <p:spPr>
                <a:xfrm>
                  <a:off x="1270825" y="12843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" name="Google Shape;85;p2"/>
                <p:cNvSpPr/>
                <p:nvPr/>
              </p:nvSpPr>
              <p:spPr>
                <a:xfrm>
                  <a:off x="1270825" y="135857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86;p2"/>
                <p:cNvSpPr/>
                <p:nvPr/>
              </p:nvSpPr>
              <p:spPr>
                <a:xfrm>
                  <a:off x="1270825" y="143285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87;p2"/>
                <p:cNvSpPr/>
                <p:nvPr/>
              </p:nvSpPr>
              <p:spPr>
                <a:xfrm>
                  <a:off x="1270825" y="150712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88;p2"/>
                <p:cNvSpPr/>
                <p:nvPr/>
              </p:nvSpPr>
              <p:spPr>
                <a:xfrm>
                  <a:off x="1270825" y="15814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>
                  <a:off x="1270825" y="16562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>
                  <a:off x="1270825" y="1135225"/>
                  <a:ext cx="8580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>
                  <a:off x="1270825" y="12095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>
                  <a:off x="1270825" y="12843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>
                  <a:off x="1270825" y="135857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>
                  <a:off x="1270825" y="143285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>
                  <a:off x="1270825" y="150712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1270825" y="15814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2"/>
                <p:cNvSpPr/>
                <p:nvPr/>
              </p:nvSpPr>
              <p:spPr>
                <a:xfrm>
                  <a:off x="1270825" y="16562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2"/>
                <p:cNvSpPr/>
                <p:nvPr/>
              </p:nvSpPr>
              <p:spPr>
                <a:xfrm>
                  <a:off x="1270825" y="117235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>
                  <a:off x="1270825" y="124662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2"/>
                <p:cNvSpPr/>
                <p:nvPr/>
              </p:nvSpPr>
              <p:spPr>
                <a:xfrm>
                  <a:off x="1270825" y="132142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2"/>
                <p:cNvSpPr/>
                <p:nvPr/>
              </p:nvSpPr>
              <p:spPr>
                <a:xfrm>
                  <a:off x="1270825" y="139570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2"/>
                <p:cNvSpPr/>
                <p:nvPr/>
              </p:nvSpPr>
              <p:spPr>
                <a:xfrm>
                  <a:off x="1270825" y="147000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" name="Google Shape;103;p2"/>
                <p:cNvSpPr/>
                <p:nvPr/>
              </p:nvSpPr>
              <p:spPr>
                <a:xfrm>
                  <a:off x="1270825" y="154427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104;p2"/>
                <p:cNvSpPr/>
                <p:nvPr/>
              </p:nvSpPr>
              <p:spPr>
                <a:xfrm>
                  <a:off x="1270825" y="161907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" name="Google Shape;105;p2"/>
                <p:cNvSpPr/>
                <p:nvPr/>
              </p:nvSpPr>
              <p:spPr>
                <a:xfrm>
                  <a:off x="1270825" y="169335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106" name="Google Shape;106;p2"/>
              <p:cNvCxnSpPr/>
              <p:nvPr/>
            </p:nvCxnSpPr>
            <p:spPr>
              <a:xfrm>
                <a:off x="2426259" y="2242651"/>
                <a:ext cx="0" cy="3135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2"/>
              <p:cNvCxnSpPr/>
              <p:nvPr/>
            </p:nvCxnSpPr>
            <p:spPr>
              <a:xfrm rot="10800000" flipH="1">
                <a:off x="356280" y="836900"/>
                <a:ext cx="900" cy="4035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1940675" y="2571750"/>
            <a:ext cx="5262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subTitle" idx="1"/>
          </p:nvPr>
        </p:nvSpPr>
        <p:spPr>
          <a:xfrm>
            <a:off x="1940675" y="3444025"/>
            <a:ext cx="5262600" cy="3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11" name="Google Shape;111;p3"/>
          <p:cNvCxnSpPr/>
          <p:nvPr/>
        </p:nvCxnSpPr>
        <p:spPr>
          <a:xfrm>
            <a:off x="-39950" y="4625657"/>
            <a:ext cx="9206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" name="Google Shape;112;p3"/>
          <p:cNvSpPr/>
          <p:nvPr/>
        </p:nvSpPr>
        <p:spPr>
          <a:xfrm>
            <a:off x="7421447" y="-6"/>
            <a:ext cx="1739640" cy="1144380"/>
          </a:xfrm>
          <a:custGeom>
            <a:avLst/>
            <a:gdLst/>
            <a:ahLst/>
            <a:cxnLst/>
            <a:rect l="l" t="t" r="r" b="b"/>
            <a:pathLst>
              <a:path w="69760" h="46033" fill="none" extrusionOk="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"/>
          <p:cNvSpPr/>
          <p:nvPr/>
        </p:nvSpPr>
        <p:spPr>
          <a:xfrm flipH="1">
            <a:off x="-11418" y="-6"/>
            <a:ext cx="1739640" cy="1144380"/>
          </a:xfrm>
          <a:custGeom>
            <a:avLst/>
            <a:gdLst/>
            <a:ahLst/>
            <a:cxnLst/>
            <a:rect l="l" t="t" r="r" b="b"/>
            <a:pathLst>
              <a:path w="69760" h="46033" fill="none" extrusionOk="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-37000" y="4743850"/>
            <a:ext cx="9188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>
            <a:spLocks noGrp="1"/>
          </p:cNvSpPr>
          <p:nvPr>
            <p:ph type="body" idx="1"/>
          </p:nvPr>
        </p:nvSpPr>
        <p:spPr>
          <a:xfrm>
            <a:off x="708250" y="1291149"/>
            <a:ext cx="7728000" cy="29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17" name="Google Shape;117;p4"/>
          <p:cNvSpPr txBox="1">
            <a:spLocks noGrp="1"/>
          </p:cNvSpPr>
          <p:nvPr>
            <p:ph type="title"/>
          </p:nvPr>
        </p:nvSpPr>
        <p:spPr>
          <a:xfrm>
            <a:off x="712700" y="363250"/>
            <a:ext cx="77187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18" name="Google Shape;118;p4"/>
          <p:cNvGrpSpPr/>
          <p:nvPr/>
        </p:nvGrpSpPr>
        <p:grpSpPr>
          <a:xfrm flipH="1">
            <a:off x="-7590769" y="-338875"/>
            <a:ext cx="8739369" cy="742000"/>
            <a:chOff x="410231" y="402400"/>
            <a:chExt cx="8739369" cy="742000"/>
          </a:xfrm>
        </p:grpSpPr>
        <p:cxnSp>
          <p:nvCxnSpPr>
            <p:cNvPr id="119" name="Google Shape;119;p4"/>
            <p:cNvCxnSpPr/>
            <p:nvPr/>
          </p:nvCxnSpPr>
          <p:spPr>
            <a:xfrm>
              <a:off x="804800" y="1144400"/>
              <a:ext cx="8344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0" name="Google Shape;120;p4"/>
            <p:cNvSpPr/>
            <p:nvPr/>
          </p:nvSpPr>
          <p:spPr>
            <a:xfrm>
              <a:off x="410231" y="402400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1" name="Google Shape;121;p4"/>
          <p:cNvCxnSpPr/>
          <p:nvPr/>
        </p:nvCxnSpPr>
        <p:spPr>
          <a:xfrm>
            <a:off x="-39950" y="4873752"/>
            <a:ext cx="9206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4"/>
          <p:cNvCxnSpPr/>
          <p:nvPr/>
        </p:nvCxnSpPr>
        <p:spPr>
          <a:xfrm>
            <a:off x="-39950" y="4625657"/>
            <a:ext cx="9206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" name="Google Shape;123;p4"/>
          <p:cNvSpPr/>
          <p:nvPr/>
        </p:nvSpPr>
        <p:spPr>
          <a:xfrm>
            <a:off x="-37000" y="4743850"/>
            <a:ext cx="9188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>
            <a:spLocks noGrp="1"/>
          </p:cNvSpPr>
          <p:nvPr>
            <p:ph type="body" idx="1"/>
          </p:nvPr>
        </p:nvSpPr>
        <p:spPr>
          <a:xfrm>
            <a:off x="711950" y="1868125"/>
            <a:ext cx="3860100" cy="25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26" name="Google Shape;126;p5"/>
          <p:cNvSpPr txBox="1">
            <a:spLocks noGrp="1"/>
          </p:cNvSpPr>
          <p:nvPr>
            <p:ph type="body" idx="2"/>
          </p:nvPr>
        </p:nvSpPr>
        <p:spPr>
          <a:xfrm>
            <a:off x="4701525" y="1788700"/>
            <a:ext cx="3204300" cy="28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27" name="Google Shape;127;p5"/>
          <p:cNvSpPr txBox="1">
            <a:spLocks noGrp="1"/>
          </p:cNvSpPr>
          <p:nvPr>
            <p:ph type="title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8" name="Google Shape;128;p5"/>
          <p:cNvGrpSpPr/>
          <p:nvPr/>
        </p:nvGrpSpPr>
        <p:grpSpPr>
          <a:xfrm rot="10800000">
            <a:off x="8284183" y="0"/>
            <a:ext cx="273654" cy="5158175"/>
            <a:chOff x="270152" y="9537"/>
            <a:chExt cx="273654" cy="5158175"/>
          </a:xfrm>
        </p:grpSpPr>
        <p:grpSp>
          <p:nvGrpSpPr>
            <p:cNvPr id="129" name="Google Shape;129;p5"/>
            <p:cNvGrpSpPr/>
            <p:nvPr/>
          </p:nvGrpSpPr>
          <p:grpSpPr>
            <a:xfrm>
              <a:off x="270152" y="9537"/>
              <a:ext cx="273654" cy="393837"/>
              <a:chOff x="274914" y="8562"/>
              <a:chExt cx="273654" cy="393837"/>
            </a:xfrm>
          </p:grpSpPr>
          <p:sp>
            <p:nvSpPr>
              <p:cNvPr id="130" name="Google Shape;130;p5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avLst/>
                <a:gdLst/>
                <a:ahLst/>
                <a:cxnLst/>
                <a:rect l="l" t="t" r="r" b="b"/>
                <a:pathLst>
                  <a:path w="8224" h="2282" fill="none" extrusionOk="0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3307" fill="none" extrusionOk="0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2" name="Google Shape;132;p5"/>
            <p:cNvCxnSpPr/>
            <p:nvPr/>
          </p:nvCxnSpPr>
          <p:spPr>
            <a:xfrm rot="10800000">
              <a:off x="407094" y="414212"/>
              <a:ext cx="0" cy="47535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3" name="Google Shape;133;p5"/>
          <p:cNvGrpSpPr/>
          <p:nvPr/>
        </p:nvGrpSpPr>
        <p:grpSpPr>
          <a:xfrm>
            <a:off x="538260" y="-66750"/>
            <a:ext cx="338976" cy="1328735"/>
            <a:chOff x="628195" y="-66750"/>
            <a:chExt cx="338976" cy="1328735"/>
          </a:xfrm>
        </p:grpSpPr>
        <p:grpSp>
          <p:nvGrpSpPr>
            <p:cNvPr id="134" name="Google Shape;134;p5"/>
            <p:cNvGrpSpPr/>
            <p:nvPr/>
          </p:nvGrpSpPr>
          <p:grpSpPr>
            <a:xfrm>
              <a:off x="628195" y="768506"/>
              <a:ext cx="338976" cy="493479"/>
              <a:chOff x="1168550" y="1865650"/>
              <a:chExt cx="566850" cy="825354"/>
            </a:xfrm>
          </p:grpSpPr>
          <p:sp>
            <p:nvSpPr>
              <p:cNvPr id="135" name="Google Shape;135;p5"/>
              <p:cNvSpPr/>
              <p:nvPr/>
            </p:nvSpPr>
            <p:spPr>
              <a:xfrm>
                <a:off x="1168550" y="2165899"/>
                <a:ext cx="494807" cy="525105"/>
              </a:xfrm>
              <a:custGeom>
                <a:avLst/>
                <a:gdLst/>
                <a:ahLst/>
                <a:cxnLst/>
                <a:rect l="l" t="t" r="r" b="b"/>
                <a:pathLst>
                  <a:path w="14062" h="13602" extrusionOk="0">
                    <a:moveTo>
                      <a:pt x="12934" y="0"/>
                    </a:moveTo>
                    <a:cubicBezTo>
                      <a:pt x="10702" y="0"/>
                      <a:pt x="7811" y="1769"/>
                      <a:pt x="5012" y="1769"/>
                    </a:cubicBezTo>
                    <a:cubicBezTo>
                      <a:pt x="4452" y="1769"/>
                      <a:pt x="3895" y="1699"/>
                      <a:pt x="3348" y="1528"/>
                    </a:cubicBezTo>
                    <a:cubicBezTo>
                      <a:pt x="2950" y="1400"/>
                      <a:pt x="2563" y="1344"/>
                      <a:pt x="2188" y="1344"/>
                    </a:cubicBezTo>
                    <a:cubicBezTo>
                      <a:pt x="1400" y="1344"/>
                      <a:pt x="667" y="1592"/>
                      <a:pt x="1" y="1947"/>
                    </a:cubicBezTo>
                    <a:lnTo>
                      <a:pt x="1" y="11342"/>
                    </a:lnTo>
                    <a:cubicBezTo>
                      <a:pt x="1" y="12597"/>
                      <a:pt x="1005" y="13601"/>
                      <a:pt x="2260" y="13601"/>
                    </a:cubicBezTo>
                    <a:lnTo>
                      <a:pt x="11802" y="13601"/>
                    </a:lnTo>
                    <a:cubicBezTo>
                      <a:pt x="13057" y="13601"/>
                      <a:pt x="14061" y="12597"/>
                      <a:pt x="14061" y="11342"/>
                    </a:cubicBezTo>
                    <a:lnTo>
                      <a:pt x="14061" y="189"/>
                    </a:lnTo>
                    <a:cubicBezTo>
                      <a:pt x="13709" y="57"/>
                      <a:pt x="13332" y="0"/>
                      <a:pt x="12934" y="0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1429625" y="1865650"/>
                <a:ext cx="125050" cy="84072"/>
              </a:xfrm>
              <a:custGeom>
                <a:avLst/>
                <a:gdLst/>
                <a:ahLst/>
                <a:cxnLst/>
                <a:rect l="l" t="t" r="r" b="b"/>
                <a:pathLst>
                  <a:path w="5002" h="6320" fill="none" extrusionOk="0">
                    <a:moveTo>
                      <a:pt x="5001" y="3160"/>
                    </a:moveTo>
                    <a:cubicBezTo>
                      <a:pt x="5001" y="4896"/>
                      <a:pt x="3892" y="6319"/>
                      <a:pt x="2511" y="6319"/>
                    </a:cubicBezTo>
                    <a:cubicBezTo>
                      <a:pt x="1130" y="6319"/>
                      <a:pt x="0" y="4896"/>
                      <a:pt x="0" y="3160"/>
                    </a:cubicBezTo>
                    <a:cubicBezTo>
                      <a:pt x="0" y="1423"/>
                      <a:pt x="1130" y="0"/>
                      <a:pt x="2511" y="0"/>
                    </a:cubicBezTo>
                    <a:cubicBezTo>
                      <a:pt x="3892" y="0"/>
                      <a:pt x="5001" y="1423"/>
                      <a:pt x="5001" y="3160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1248900" y="1949725"/>
                <a:ext cx="486500" cy="662250"/>
              </a:xfrm>
              <a:custGeom>
                <a:avLst/>
                <a:gdLst/>
                <a:ahLst/>
                <a:cxnLst/>
                <a:rect l="l" t="t" r="r" b="b"/>
                <a:pathLst>
                  <a:path w="19460" h="26490" extrusionOk="0">
                    <a:moveTo>
                      <a:pt x="0" y="0"/>
                    </a:moveTo>
                    <a:lnTo>
                      <a:pt x="0" y="24983"/>
                    </a:lnTo>
                    <a:cubicBezTo>
                      <a:pt x="0" y="25820"/>
                      <a:pt x="670" y="26490"/>
                      <a:pt x="1507" y="26490"/>
                    </a:cubicBezTo>
                    <a:lnTo>
                      <a:pt x="17953" y="26490"/>
                    </a:lnTo>
                    <a:cubicBezTo>
                      <a:pt x="18790" y="26490"/>
                      <a:pt x="19459" y="25820"/>
                      <a:pt x="19459" y="24983"/>
                    </a:cubicBezTo>
                    <a:lnTo>
                      <a:pt x="19459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" name="Google Shape;138;p5"/>
              <p:cNvGrpSpPr/>
              <p:nvPr/>
            </p:nvGrpSpPr>
            <p:grpSpPr>
              <a:xfrm>
                <a:off x="1405624" y="2301079"/>
                <a:ext cx="208705" cy="208705"/>
                <a:chOff x="1430400" y="2325825"/>
                <a:chExt cx="159050" cy="159050"/>
              </a:xfrm>
            </p:grpSpPr>
            <p:sp>
              <p:nvSpPr>
                <p:cNvPr id="139" name="Google Shape;139;p5"/>
                <p:cNvSpPr/>
                <p:nvPr/>
              </p:nvSpPr>
              <p:spPr>
                <a:xfrm>
                  <a:off x="1486900" y="2325825"/>
                  <a:ext cx="46575" cy="15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3" h="6362" extrusionOk="0">
                      <a:moveTo>
                        <a:pt x="1" y="0"/>
                      </a:moveTo>
                      <a:lnTo>
                        <a:pt x="1" y="6361"/>
                      </a:lnTo>
                      <a:lnTo>
                        <a:pt x="1863" y="6361"/>
                      </a:lnTo>
                      <a:lnTo>
                        <a:pt x="186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5"/>
                <p:cNvSpPr/>
                <p:nvPr/>
              </p:nvSpPr>
              <p:spPr>
                <a:xfrm>
                  <a:off x="1430400" y="2382325"/>
                  <a:ext cx="159050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2" h="1863" extrusionOk="0">
                      <a:moveTo>
                        <a:pt x="1" y="0"/>
                      </a:moveTo>
                      <a:lnTo>
                        <a:pt x="1" y="1862"/>
                      </a:lnTo>
                      <a:lnTo>
                        <a:pt x="6362" y="1862"/>
                      </a:lnTo>
                      <a:lnTo>
                        <a:pt x="63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cxnSp>
          <p:nvCxnSpPr>
            <p:cNvPr id="141" name="Google Shape;141;p5"/>
            <p:cNvCxnSpPr/>
            <p:nvPr/>
          </p:nvCxnSpPr>
          <p:spPr>
            <a:xfrm rot="10800000">
              <a:off x="821713" y="-66750"/>
              <a:ext cx="0" cy="827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>
            <a:spLocks noGrp="1"/>
          </p:cNvSpPr>
          <p:nvPr>
            <p:ph type="title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6"/>
          <p:cNvGrpSpPr/>
          <p:nvPr/>
        </p:nvGrpSpPr>
        <p:grpSpPr>
          <a:xfrm>
            <a:off x="9519" y="-385687"/>
            <a:ext cx="1135875" cy="1349306"/>
            <a:chOff x="9519" y="-14212"/>
            <a:chExt cx="1135875" cy="1349306"/>
          </a:xfrm>
        </p:grpSpPr>
        <p:sp>
          <p:nvSpPr>
            <p:cNvPr id="145" name="Google Shape;145;p6"/>
            <p:cNvSpPr/>
            <p:nvPr/>
          </p:nvSpPr>
          <p:spPr>
            <a:xfrm rot="-5400000">
              <a:off x="-77854" y="1148813"/>
              <a:ext cx="273654" cy="98908"/>
            </a:xfrm>
            <a:custGeom>
              <a:avLst/>
              <a:gdLst/>
              <a:ahLst/>
              <a:cxnLst/>
              <a:rect l="l" t="t" r="r" b="b"/>
              <a:pathLst>
                <a:path w="8224" h="2282" fill="none" extrusionOk="0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6"/>
            <p:cNvSpPr/>
            <p:nvPr/>
          </p:nvSpPr>
          <p:spPr>
            <a:xfrm rot="-5400000">
              <a:off x="225906" y="1048343"/>
              <a:ext cx="59924" cy="294976"/>
            </a:xfrm>
            <a:custGeom>
              <a:avLst/>
              <a:gdLst/>
              <a:ahLst/>
              <a:cxnLst/>
              <a:rect l="l" t="t" r="r" b="b"/>
              <a:pathLst>
                <a:path w="1801" h="3307" fill="none" extrusionOk="0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 rot="-5400000">
              <a:off x="566325" y="616868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8" name="Google Shape;148;p6"/>
            <p:cNvCxnSpPr/>
            <p:nvPr/>
          </p:nvCxnSpPr>
          <p:spPr>
            <a:xfrm rot="10800000">
              <a:off x="1145394" y="-14212"/>
              <a:ext cx="0" cy="7905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9" name="Google Shape;149;p6"/>
          <p:cNvGrpSpPr/>
          <p:nvPr/>
        </p:nvGrpSpPr>
        <p:grpSpPr>
          <a:xfrm>
            <a:off x="8323500" y="-334844"/>
            <a:ext cx="851600" cy="741944"/>
            <a:chOff x="8323500" y="-334844"/>
            <a:chExt cx="851600" cy="741944"/>
          </a:xfrm>
        </p:grpSpPr>
        <p:cxnSp>
          <p:nvCxnSpPr>
            <p:cNvPr id="150" name="Google Shape;150;p6"/>
            <p:cNvCxnSpPr/>
            <p:nvPr/>
          </p:nvCxnSpPr>
          <p:spPr>
            <a:xfrm>
              <a:off x="8739500" y="407100"/>
              <a:ext cx="435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1" name="Google Shape;151;p6"/>
            <p:cNvSpPr/>
            <p:nvPr/>
          </p:nvSpPr>
          <p:spPr>
            <a:xfrm>
              <a:off x="8323500" y="-334844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" name="Google Shape;152;p6"/>
          <p:cNvSpPr/>
          <p:nvPr/>
        </p:nvSpPr>
        <p:spPr>
          <a:xfrm rot="-5400000">
            <a:off x="8214613" y="4247148"/>
            <a:ext cx="1127845" cy="741937"/>
          </a:xfrm>
          <a:custGeom>
            <a:avLst/>
            <a:gdLst/>
            <a:ahLst/>
            <a:cxnLst/>
            <a:rect l="l" t="t" r="r" b="b"/>
            <a:pathLst>
              <a:path w="69760" h="46033" fill="none" extrusionOk="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7"/>
          <p:cNvGrpSpPr/>
          <p:nvPr/>
        </p:nvGrpSpPr>
        <p:grpSpPr>
          <a:xfrm>
            <a:off x="270152" y="9537"/>
            <a:ext cx="273654" cy="4751063"/>
            <a:chOff x="270152" y="9537"/>
            <a:chExt cx="273654" cy="4751063"/>
          </a:xfrm>
        </p:grpSpPr>
        <p:grpSp>
          <p:nvGrpSpPr>
            <p:cNvPr id="155" name="Google Shape;155;p7"/>
            <p:cNvGrpSpPr/>
            <p:nvPr/>
          </p:nvGrpSpPr>
          <p:grpSpPr>
            <a:xfrm>
              <a:off x="270152" y="9537"/>
              <a:ext cx="273654" cy="393837"/>
              <a:chOff x="274914" y="8562"/>
              <a:chExt cx="273654" cy="393837"/>
            </a:xfrm>
          </p:grpSpPr>
          <p:sp>
            <p:nvSpPr>
              <p:cNvPr id="156" name="Google Shape;156;p7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avLst/>
                <a:gdLst/>
                <a:ahLst/>
                <a:cxnLst/>
                <a:rect l="l" t="t" r="r" b="b"/>
                <a:pathLst>
                  <a:path w="8224" h="2282" fill="none" extrusionOk="0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3307" fill="none" extrusionOk="0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" name="Google Shape;158;p7"/>
            <p:cNvCxnSpPr/>
            <p:nvPr/>
          </p:nvCxnSpPr>
          <p:spPr>
            <a:xfrm rot="10800000">
              <a:off x="407100" y="414200"/>
              <a:ext cx="0" cy="4346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9" name="Google Shape;159;p7"/>
          <p:cNvSpPr txBox="1">
            <a:spLocks noGrp="1"/>
          </p:cNvSpPr>
          <p:nvPr>
            <p:ph type="body" idx="1"/>
          </p:nvPr>
        </p:nvSpPr>
        <p:spPr>
          <a:xfrm>
            <a:off x="924451" y="1568175"/>
            <a:ext cx="3142200" cy="16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60" name="Google Shape;160;p7"/>
          <p:cNvSpPr txBox="1">
            <a:spLocks noGrp="1"/>
          </p:cNvSpPr>
          <p:nvPr>
            <p:ph type="title"/>
          </p:nvPr>
        </p:nvSpPr>
        <p:spPr>
          <a:xfrm>
            <a:off x="841500" y="614900"/>
            <a:ext cx="3308100" cy="7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-11850" y="4736400"/>
            <a:ext cx="9167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>
            <a:spLocks noGrp="1"/>
          </p:cNvSpPr>
          <p:nvPr>
            <p:ph type="title"/>
          </p:nvPr>
        </p:nvSpPr>
        <p:spPr>
          <a:xfrm>
            <a:off x="838200" y="1198250"/>
            <a:ext cx="3241200" cy="27471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grpSp>
        <p:nvGrpSpPr>
          <p:cNvPr id="164" name="Google Shape;164;p8"/>
          <p:cNvGrpSpPr/>
          <p:nvPr/>
        </p:nvGrpSpPr>
        <p:grpSpPr>
          <a:xfrm>
            <a:off x="-318125" y="820503"/>
            <a:ext cx="9462060" cy="4329256"/>
            <a:chOff x="-318125" y="820503"/>
            <a:chExt cx="9462060" cy="4329256"/>
          </a:xfrm>
        </p:grpSpPr>
        <p:cxnSp>
          <p:nvCxnSpPr>
            <p:cNvPr id="165" name="Google Shape;165;p8"/>
            <p:cNvCxnSpPr/>
            <p:nvPr/>
          </p:nvCxnSpPr>
          <p:spPr>
            <a:xfrm>
              <a:off x="826250" y="1215072"/>
              <a:ext cx="0" cy="3162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6" name="Google Shape;166;p8"/>
            <p:cNvSpPr/>
            <p:nvPr/>
          </p:nvSpPr>
          <p:spPr>
            <a:xfrm rot="-5400000" flipH="1">
              <a:off x="247218" y="657535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7" name="Google Shape;167;p8"/>
            <p:cNvCxnSpPr/>
            <p:nvPr/>
          </p:nvCxnSpPr>
          <p:spPr>
            <a:xfrm>
              <a:off x="-95525" y="598647"/>
              <a:ext cx="0" cy="445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8" name="Google Shape;168;p8"/>
            <p:cNvGrpSpPr/>
            <p:nvPr/>
          </p:nvGrpSpPr>
          <p:grpSpPr>
            <a:xfrm>
              <a:off x="826293" y="3991810"/>
              <a:ext cx="8317642" cy="1157950"/>
              <a:chOff x="826293" y="3991810"/>
              <a:chExt cx="8317642" cy="1157950"/>
            </a:xfrm>
          </p:grpSpPr>
          <p:grpSp>
            <p:nvGrpSpPr>
              <p:cNvPr id="169" name="Google Shape;169;p8"/>
              <p:cNvGrpSpPr/>
              <p:nvPr/>
            </p:nvGrpSpPr>
            <p:grpSpPr>
              <a:xfrm rot="5400000">
                <a:off x="4980466" y="986290"/>
                <a:ext cx="416007" cy="7910933"/>
                <a:chOff x="4156006" y="4045647"/>
                <a:chExt cx="416007" cy="9149818"/>
              </a:xfrm>
            </p:grpSpPr>
            <p:sp>
              <p:nvSpPr>
                <p:cNvPr id="170" name="Google Shape;170;p8"/>
                <p:cNvSpPr/>
                <p:nvPr/>
              </p:nvSpPr>
              <p:spPr>
                <a:xfrm rot="10800000" flipH="1">
                  <a:off x="4156006" y="4045647"/>
                  <a:ext cx="416007" cy="741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71" name="Google Shape;171;p8"/>
                <p:cNvCxnSpPr/>
                <p:nvPr/>
              </p:nvCxnSpPr>
              <p:spPr>
                <a:xfrm rot="5400000">
                  <a:off x="-68600" y="8970116"/>
                  <a:ext cx="8450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72" name="Google Shape;172;p8"/>
              <p:cNvSpPr/>
              <p:nvPr/>
            </p:nvSpPr>
            <p:spPr>
              <a:xfrm>
                <a:off x="826293" y="3991810"/>
                <a:ext cx="416007" cy="741943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>
            <a:spLocks noGrp="1"/>
          </p:cNvSpPr>
          <p:nvPr>
            <p:ph type="body" idx="1"/>
          </p:nvPr>
        </p:nvSpPr>
        <p:spPr>
          <a:xfrm>
            <a:off x="1519225" y="1548790"/>
            <a:ext cx="61056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75" name="Google Shape;175;p9"/>
          <p:cNvSpPr txBox="1">
            <a:spLocks noGrp="1"/>
          </p:cNvSpPr>
          <p:nvPr>
            <p:ph type="title"/>
          </p:nvPr>
        </p:nvSpPr>
        <p:spPr>
          <a:xfrm>
            <a:off x="1519225" y="713400"/>
            <a:ext cx="6105600" cy="7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176" name="Google Shape;176;p9"/>
          <p:cNvCxnSpPr/>
          <p:nvPr/>
        </p:nvCxnSpPr>
        <p:spPr>
          <a:xfrm>
            <a:off x="-39950" y="4625657"/>
            <a:ext cx="9206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" name="Google Shape;177;p9"/>
          <p:cNvSpPr/>
          <p:nvPr/>
        </p:nvSpPr>
        <p:spPr>
          <a:xfrm>
            <a:off x="-11850" y="4736400"/>
            <a:ext cx="91677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" name="Google Shape;178;p9"/>
          <p:cNvGrpSpPr/>
          <p:nvPr/>
        </p:nvGrpSpPr>
        <p:grpSpPr>
          <a:xfrm rot="10800000">
            <a:off x="8600601" y="0"/>
            <a:ext cx="963555" cy="2572493"/>
            <a:chOff x="-912" y="2571000"/>
            <a:chExt cx="963555" cy="2572493"/>
          </a:xfrm>
        </p:grpSpPr>
        <p:sp>
          <p:nvSpPr>
            <p:cNvPr id="179" name="Google Shape;179;p9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avLst/>
              <a:gdLst/>
              <a:ahLst/>
              <a:cxnLst/>
              <a:rect l="l" t="t" r="r" b="b"/>
              <a:pathLst>
                <a:path w="8224" h="2282" fill="none" extrusionOk="0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9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avLst/>
              <a:gdLst/>
              <a:ahLst/>
              <a:cxnLst/>
              <a:rect l="l" t="t" r="r" b="b"/>
              <a:pathLst>
                <a:path w="1801" h="3307" fill="none" extrusionOk="0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 rot="10800000">
              <a:off x="412148" y="2571787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2" name="Google Shape;182;p9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9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4" name="Google Shape;184;p9"/>
          <p:cNvGrpSpPr/>
          <p:nvPr/>
        </p:nvGrpSpPr>
        <p:grpSpPr>
          <a:xfrm rot="10800000" flipH="1">
            <a:off x="-410456" y="0"/>
            <a:ext cx="963555" cy="2572493"/>
            <a:chOff x="-912" y="2571000"/>
            <a:chExt cx="963555" cy="2572493"/>
          </a:xfrm>
        </p:grpSpPr>
        <p:sp>
          <p:nvSpPr>
            <p:cNvPr id="185" name="Google Shape;185;p9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avLst/>
              <a:gdLst/>
              <a:ahLst/>
              <a:cxnLst/>
              <a:rect l="l" t="t" r="r" b="b"/>
              <a:pathLst>
                <a:path w="8224" h="2282" fill="none" extrusionOk="0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avLst/>
              <a:gdLst/>
              <a:ahLst/>
              <a:cxnLst/>
              <a:rect l="l" t="t" r="r" b="b"/>
              <a:pathLst>
                <a:path w="1801" h="3307" fill="none" extrusionOk="0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9"/>
            <p:cNvSpPr/>
            <p:nvPr/>
          </p:nvSpPr>
          <p:spPr>
            <a:xfrm rot="10800000">
              <a:off x="412148" y="2571787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8" name="Google Shape;188;p9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9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>
            <a:spLocks noGrp="1"/>
          </p:cNvSpPr>
          <p:nvPr>
            <p:ph type="title"/>
          </p:nvPr>
        </p:nvSpPr>
        <p:spPr>
          <a:xfrm>
            <a:off x="731074" y="611816"/>
            <a:ext cx="803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192" name="Google Shape;192;p10"/>
          <p:cNvCxnSpPr/>
          <p:nvPr/>
        </p:nvCxnSpPr>
        <p:spPr>
          <a:xfrm>
            <a:off x="-46412" y="4619195"/>
            <a:ext cx="9206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>
            <a:spLocks noGrp="1"/>
          </p:cNvSpPr>
          <p:nvPr>
            <p:ph type="title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195" name="Google Shape;195;p11"/>
          <p:cNvCxnSpPr/>
          <p:nvPr/>
        </p:nvCxnSpPr>
        <p:spPr>
          <a:xfrm>
            <a:off x="-46412" y="4619195"/>
            <a:ext cx="9206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" name="Google Shape;196;p11"/>
          <p:cNvSpPr/>
          <p:nvPr/>
        </p:nvSpPr>
        <p:spPr>
          <a:xfrm>
            <a:off x="-46400" y="4729950"/>
            <a:ext cx="92466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7" name="Google Shape;197;p11"/>
          <p:cNvCxnSpPr>
            <a:stCxn id="198" idx="2"/>
          </p:cNvCxnSpPr>
          <p:nvPr/>
        </p:nvCxnSpPr>
        <p:spPr>
          <a:xfrm>
            <a:off x="406484" y="2568259"/>
            <a:ext cx="8329800" cy="9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9" name="Google Shape;199;p11"/>
          <p:cNvGrpSpPr/>
          <p:nvPr/>
        </p:nvGrpSpPr>
        <p:grpSpPr>
          <a:xfrm rot="-5400000">
            <a:off x="-92438" y="2216098"/>
            <a:ext cx="273654" cy="724191"/>
            <a:chOff x="4436614" y="-316191"/>
            <a:chExt cx="273654" cy="724191"/>
          </a:xfrm>
        </p:grpSpPr>
        <p:cxnSp>
          <p:nvCxnSpPr>
            <p:cNvPr id="200" name="Google Shape;200;p11"/>
            <p:cNvCxnSpPr/>
            <p:nvPr/>
          </p:nvCxnSpPr>
          <p:spPr>
            <a:xfrm rot="10800000">
              <a:off x="4572750" y="-316191"/>
              <a:ext cx="0" cy="445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1" name="Google Shape;201;p11"/>
            <p:cNvSpPr/>
            <p:nvPr/>
          </p:nvSpPr>
          <p:spPr>
            <a:xfrm>
              <a:off x="4446425" y="14275"/>
              <a:ext cx="262500" cy="91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4560575" y="117000"/>
              <a:ext cx="45600" cy="29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2" name="Google Shape;202;p11"/>
            <p:cNvGrpSpPr/>
            <p:nvPr/>
          </p:nvGrpSpPr>
          <p:grpSpPr>
            <a:xfrm>
              <a:off x="4436614" y="8562"/>
              <a:ext cx="273654" cy="393837"/>
              <a:chOff x="274914" y="8562"/>
              <a:chExt cx="273654" cy="393837"/>
            </a:xfrm>
          </p:grpSpPr>
          <p:sp>
            <p:nvSpPr>
              <p:cNvPr id="203" name="Google Shape;203;p11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avLst/>
                <a:gdLst/>
                <a:ahLst/>
                <a:cxnLst/>
                <a:rect l="l" t="t" r="r" b="b"/>
                <a:pathLst>
                  <a:path w="8224" h="2282" fill="none" extrusionOk="0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l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1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3307" fill="none" extrusionOk="0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l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5" name="Google Shape;205;p11"/>
          <p:cNvGrpSpPr/>
          <p:nvPr/>
        </p:nvGrpSpPr>
        <p:grpSpPr>
          <a:xfrm rot="5400000">
            <a:off x="8953918" y="2209636"/>
            <a:ext cx="273654" cy="724191"/>
            <a:chOff x="4436614" y="-316191"/>
            <a:chExt cx="273654" cy="724191"/>
          </a:xfrm>
        </p:grpSpPr>
        <p:cxnSp>
          <p:nvCxnSpPr>
            <p:cNvPr id="206" name="Google Shape;206;p11"/>
            <p:cNvCxnSpPr/>
            <p:nvPr/>
          </p:nvCxnSpPr>
          <p:spPr>
            <a:xfrm rot="10800000">
              <a:off x="4572750" y="-316191"/>
              <a:ext cx="0" cy="445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7" name="Google Shape;207;p11"/>
            <p:cNvSpPr/>
            <p:nvPr/>
          </p:nvSpPr>
          <p:spPr>
            <a:xfrm>
              <a:off x="4446425" y="14275"/>
              <a:ext cx="262500" cy="912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4560575" y="117000"/>
              <a:ext cx="45600" cy="29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9" name="Google Shape;209;p11"/>
            <p:cNvGrpSpPr/>
            <p:nvPr/>
          </p:nvGrpSpPr>
          <p:grpSpPr>
            <a:xfrm>
              <a:off x="4436614" y="8562"/>
              <a:ext cx="273654" cy="393837"/>
              <a:chOff x="274914" y="8562"/>
              <a:chExt cx="273654" cy="393837"/>
            </a:xfrm>
          </p:grpSpPr>
          <p:sp>
            <p:nvSpPr>
              <p:cNvPr id="210" name="Google Shape;210;p11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avLst/>
                <a:gdLst/>
                <a:ahLst/>
                <a:cxnLst/>
                <a:rect l="l" t="t" r="r" b="b"/>
                <a:pathLst>
                  <a:path w="8224" h="2282" fill="none" extrusionOk="0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l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3307" fill="none" extrusionOk="0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l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2" name="Google Shape;212;p11"/>
          <p:cNvSpPr txBox="1">
            <a:spLocks noGrp="1"/>
          </p:cNvSpPr>
          <p:nvPr>
            <p:ph type="title" idx="2" hasCustomPrompt="1"/>
          </p:nvPr>
        </p:nvSpPr>
        <p:spPr>
          <a:xfrm>
            <a:off x="2953800" y="1956750"/>
            <a:ext cx="3236400" cy="1230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12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3" name="Google Shape;213;p11"/>
          <p:cNvSpPr txBox="1">
            <a:spLocks noGrp="1"/>
          </p:cNvSpPr>
          <p:nvPr>
            <p:ph type="subTitle" idx="1"/>
          </p:nvPr>
        </p:nvSpPr>
        <p:spPr>
          <a:xfrm>
            <a:off x="2574325" y="3244700"/>
            <a:ext cx="3995400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AND_BODY_1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1343458" y="2230008"/>
            <a:ext cx="3233100" cy="44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7" name="Google Shape;217;p13"/>
          <p:cNvSpPr txBox="1">
            <a:spLocks noGrp="1"/>
          </p:cNvSpPr>
          <p:nvPr>
            <p:ph type="subTitle" idx="1"/>
          </p:nvPr>
        </p:nvSpPr>
        <p:spPr>
          <a:xfrm>
            <a:off x="1343458" y="2529483"/>
            <a:ext cx="3233100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8" name="Google Shape;218;p13"/>
          <p:cNvSpPr txBox="1">
            <a:spLocks noGrp="1"/>
          </p:cNvSpPr>
          <p:nvPr>
            <p:ph type="title" idx="2"/>
          </p:nvPr>
        </p:nvSpPr>
        <p:spPr>
          <a:xfrm>
            <a:off x="4578857" y="2230008"/>
            <a:ext cx="3233100" cy="44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subTitle" idx="3"/>
          </p:nvPr>
        </p:nvSpPr>
        <p:spPr>
          <a:xfrm>
            <a:off x="4578858" y="2529483"/>
            <a:ext cx="3233100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title" idx="4"/>
          </p:nvPr>
        </p:nvSpPr>
        <p:spPr>
          <a:xfrm>
            <a:off x="1337750" y="3765007"/>
            <a:ext cx="3233100" cy="44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subTitle" idx="5"/>
          </p:nvPr>
        </p:nvSpPr>
        <p:spPr>
          <a:xfrm>
            <a:off x="1337750" y="4064458"/>
            <a:ext cx="3233100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title" idx="6"/>
          </p:nvPr>
        </p:nvSpPr>
        <p:spPr>
          <a:xfrm>
            <a:off x="4573157" y="3765007"/>
            <a:ext cx="3233100" cy="44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subTitle" idx="7"/>
          </p:nvPr>
        </p:nvSpPr>
        <p:spPr>
          <a:xfrm>
            <a:off x="4573150" y="4064458"/>
            <a:ext cx="3233100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4" name="Google Shape;224;p13"/>
          <p:cNvSpPr txBox="1">
            <a:spLocks noGrp="1"/>
          </p:cNvSpPr>
          <p:nvPr>
            <p:ph type="title" idx="8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5" name="Google Shape;225;p13"/>
          <p:cNvGrpSpPr/>
          <p:nvPr/>
        </p:nvGrpSpPr>
        <p:grpSpPr>
          <a:xfrm>
            <a:off x="-131269" y="2571000"/>
            <a:ext cx="963555" cy="2572493"/>
            <a:chOff x="-912" y="2571000"/>
            <a:chExt cx="963555" cy="2572493"/>
          </a:xfrm>
        </p:grpSpPr>
        <p:sp>
          <p:nvSpPr>
            <p:cNvPr id="226" name="Google Shape;226;p13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avLst/>
              <a:gdLst/>
              <a:ahLst/>
              <a:cxnLst/>
              <a:rect l="l" t="t" r="r" b="b"/>
              <a:pathLst>
                <a:path w="8224" h="2282" fill="none" extrusionOk="0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3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avLst/>
              <a:gdLst/>
              <a:ahLst/>
              <a:cxnLst/>
              <a:rect l="l" t="t" r="r" b="b"/>
              <a:pathLst>
                <a:path w="1801" h="3307" fill="none" extrusionOk="0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3"/>
            <p:cNvSpPr/>
            <p:nvPr/>
          </p:nvSpPr>
          <p:spPr>
            <a:xfrm rot="10800000">
              <a:off x="411173" y="2571787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9" name="Google Shape;229;p13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" name="Google Shape;230;p13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1" name="Google Shape;231;p13"/>
          <p:cNvGrpSpPr/>
          <p:nvPr/>
        </p:nvGrpSpPr>
        <p:grpSpPr>
          <a:xfrm rot="10800000">
            <a:off x="8307621" y="0"/>
            <a:ext cx="963555" cy="2572493"/>
            <a:chOff x="-912" y="2571000"/>
            <a:chExt cx="963555" cy="2572493"/>
          </a:xfrm>
        </p:grpSpPr>
        <p:sp>
          <p:nvSpPr>
            <p:cNvPr id="232" name="Google Shape;232;p13"/>
            <p:cNvSpPr/>
            <p:nvPr/>
          </p:nvSpPr>
          <p:spPr>
            <a:xfrm rot="10800000">
              <a:off x="688989" y="5044586"/>
              <a:ext cx="273654" cy="98908"/>
            </a:xfrm>
            <a:custGeom>
              <a:avLst/>
              <a:gdLst/>
              <a:ahLst/>
              <a:cxnLst/>
              <a:rect l="l" t="t" r="r" b="b"/>
              <a:pathLst>
                <a:path w="8224" h="2282" fill="none" extrusionOk="0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3"/>
            <p:cNvSpPr/>
            <p:nvPr/>
          </p:nvSpPr>
          <p:spPr>
            <a:xfrm rot="10800000">
              <a:off x="793419" y="4749656"/>
              <a:ext cx="59924" cy="294976"/>
            </a:xfrm>
            <a:custGeom>
              <a:avLst/>
              <a:gdLst/>
              <a:ahLst/>
              <a:cxnLst/>
              <a:rect l="l" t="t" r="r" b="b"/>
              <a:pathLst>
                <a:path w="1801" h="3307" fill="none" extrusionOk="0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/>
            <p:cNvSpPr/>
            <p:nvPr/>
          </p:nvSpPr>
          <p:spPr>
            <a:xfrm rot="10800000">
              <a:off x="412148" y="2571787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5" name="Google Shape;235;p13"/>
            <p:cNvCxnSpPr/>
            <p:nvPr/>
          </p:nvCxnSpPr>
          <p:spPr>
            <a:xfrm rot="10800000">
              <a:off x="-912" y="2571000"/>
              <a:ext cx="450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" name="Google Shape;236;p13"/>
            <p:cNvCxnSpPr/>
            <p:nvPr/>
          </p:nvCxnSpPr>
          <p:spPr>
            <a:xfrm>
              <a:off x="827175" y="3276600"/>
              <a:ext cx="0" cy="1484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4"/>
          <p:cNvSpPr/>
          <p:nvPr/>
        </p:nvSpPr>
        <p:spPr>
          <a:xfrm>
            <a:off x="687806" y="-724863"/>
            <a:ext cx="273654" cy="98908"/>
          </a:xfrm>
          <a:custGeom>
            <a:avLst/>
            <a:gdLst/>
            <a:ahLst/>
            <a:cxnLst/>
            <a:rect l="l" t="t" r="r" b="b"/>
            <a:pathLst>
              <a:path w="8224" h="2282" fill="none" extrusionOk="0">
                <a:moveTo>
                  <a:pt x="1" y="1"/>
                </a:moveTo>
                <a:lnTo>
                  <a:pt x="8224" y="1"/>
                </a:lnTo>
                <a:lnTo>
                  <a:pt x="8224" y="2281"/>
                </a:lnTo>
                <a:lnTo>
                  <a:pt x="1" y="2281"/>
                </a:lnTo>
                <a:close/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797106" y="-626002"/>
            <a:ext cx="59924" cy="294976"/>
          </a:xfrm>
          <a:custGeom>
            <a:avLst/>
            <a:gdLst/>
            <a:ahLst/>
            <a:cxnLst/>
            <a:rect l="l" t="t" r="r" b="b"/>
            <a:pathLst>
              <a:path w="1801" h="3307" fill="none" extrusionOk="0">
                <a:moveTo>
                  <a:pt x="1" y="0"/>
                </a:moveTo>
                <a:lnTo>
                  <a:pt x="1800" y="0"/>
                </a:lnTo>
                <a:lnTo>
                  <a:pt x="1800" y="3306"/>
                </a:lnTo>
                <a:lnTo>
                  <a:pt x="1" y="3306"/>
                </a:lnTo>
                <a:close/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4"/>
          <p:cNvSpPr/>
          <p:nvPr/>
        </p:nvSpPr>
        <p:spPr>
          <a:xfrm flipH="1">
            <a:off x="8040709" y="4430148"/>
            <a:ext cx="1127845" cy="741937"/>
          </a:xfrm>
          <a:custGeom>
            <a:avLst/>
            <a:gdLst/>
            <a:ahLst/>
            <a:cxnLst/>
            <a:rect l="l" t="t" r="r" b="b"/>
            <a:pathLst>
              <a:path w="69760" h="46033" fill="none" extrusionOk="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1" name="Google Shape;241;p14"/>
          <p:cNvCxnSpPr/>
          <p:nvPr/>
        </p:nvCxnSpPr>
        <p:spPr>
          <a:xfrm>
            <a:off x="1211500" y="410975"/>
            <a:ext cx="7938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2" name="Google Shape;242;p14"/>
          <p:cNvSpPr/>
          <p:nvPr/>
        </p:nvSpPr>
        <p:spPr>
          <a:xfrm>
            <a:off x="827056" y="-331025"/>
            <a:ext cx="416007" cy="741943"/>
          </a:xfrm>
          <a:custGeom>
            <a:avLst/>
            <a:gdLst/>
            <a:ahLst/>
            <a:cxnLst/>
            <a:rect l="l" t="t" r="r" b="b"/>
            <a:pathLst>
              <a:path w="16217" h="27160" fill="none" extrusionOk="0">
                <a:moveTo>
                  <a:pt x="1" y="1"/>
                </a:moveTo>
                <a:lnTo>
                  <a:pt x="1" y="13475"/>
                </a:lnTo>
                <a:cubicBezTo>
                  <a:pt x="1" y="21029"/>
                  <a:pt x="6110" y="27159"/>
                  <a:pt x="13685" y="27159"/>
                </a:cubicBezTo>
                <a:lnTo>
                  <a:pt x="16216" y="27159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miter lim="209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4"/>
          <p:cNvSpPr/>
          <p:nvPr/>
        </p:nvSpPr>
        <p:spPr>
          <a:xfrm rot="5400000" flipH="1">
            <a:off x="-218066" y="4247148"/>
            <a:ext cx="1127845" cy="741937"/>
          </a:xfrm>
          <a:custGeom>
            <a:avLst/>
            <a:gdLst/>
            <a:ahLst/>
            <a:cxnLst/>
            <a:rect l="l" t="t" r="r" b="b"/>
            <a:pathLst>
              <a:path w="69760" h="46033" fill="none" extrusionOk="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4"/>
          <p:cNvSpPr txBox="1">
            <a:spLocks noGrp="1"/>
          </p:cNvSpPr>
          <p:nvPr>
            <p:ph type="title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"/>
          <p:cNvSpPr txBox="1">
            <a:spLocks noGrp="1"/>
          </p:cNvSpPr>
          <p:nvPr>
            <p:ph type="title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47" name="Google Shape;247;p15"/>
          <p:cNvGrpSpPr/>
          <p:nvPr/>
        </p:nvGrpSpPr>
        <p:grpSpPr>
          <a:xfrm rot="10800000" flipH="1">
            <a:off x="-6458" y="-65659"/>
            <a:ext cx="1543841" cy="2636834"/>
            <a:chOff x="410253" y="2571741"/>
            <a:chExt cx="1543841" cy="2636834"/>
          </a:xfrm>
        </p:grpSpPr>
        <p:sp>
          <p:nvSpPr>
            <p:cNvPr id="248" name="Google Shape;248;p15"/>
            <p:cNvSpPr/>
            <p:nvPr/>
          </p:nvSpPr>
          <p:spPr>
            <a:xfrm>
              <a:off x="826250" y="4388036"/>
              <a:ext cx="1127845" cy="820538"/>
            </a:xfrm>
            <a:custGeom>
              <a:avLst/>
              <a:gdLst/>
              <a:ahLst/>
              <a:cxnLst/>
              <a:rect l="l" t="t" r="r" b="b"/>
              <a:pathLst>
                <a:path w="69760" h="46033" fill="none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0755"/>
                    <a:pt x="8726" y="19480"/>
                    <a:pt x="19480" y="19480"/>
                  </a:cubicBezTo>
                  <a:lnTo>
                    <a:pt x="50280" y="19480"/>
                  </a:lnTo>
                  <a:cubicBezTo>
                    <a:pt x="61035" y="19480"/>
                    <a:pt x="69760" y="28205"/>
                    <a:pt x="69760" y="38960"/>
                  </a:cubicBezTo>
                  <a:lnTo>
                    <a:pt x="69760" y="46032"/>
                  </a:ln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9" name="Google Shape;249;p15"/>
            <p:cNvCxnSpPr/>
            <p:nvPr/>
          </p:nvCxnSpPr>
          <p:spPr>
            <a:xfrm rot="10800000">
              <a:off x="826250" y="3123650"/>
              <a:ext cx="0" cy="1275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0" name="Google Shape;250;p15"/>
            <p:cNvSpPr/>
            <p:nvPr/>
          </p:nvSpPr>
          <p:spPr>
            <a:xfrm rot="10800000">
              <a:off x="410253" y="2571741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" name="Google Shape;251;p15"/>
          <p:cNvGrpSpPr/>
          <p:nvPr/>
        </p:nvGrpSpPr>
        <p:grpSpPr>
          <a:xfrm>
            <a:off x="8181914" y="9537"/>
            <a:ext cx="1263736" cy="1284625"/>
            <a:chOff x="8181914" y="9537"/>
            <a:chExt cx="1263736" cy="1284625"/>
          </a:xfrm>
        </p:grpSpPr>
        <p:sp>
          <p:nvSpPr>
            <p:cNvPr id="252" name="Google Shape;252;p15"/>
            <p:cNvSpPr/>
            <p:nvPr/>
          </p:nvSpPr>
          <p:spPr>
            <a:xfrm>
              <a:off x="8317805" y="473624"/>
              <a:ext cx="1127845" cy="820538"/>
            </a:xfrm>
            <a:custGeom>
              <a:avLst/>
              <a:gdLst/>
              <a:ahLst/>
              <a:cxnLst/>
              <a:rect l="l" t="t" r="r" b="b"/>
              <a:pathLst>
                <a:path w="69760" h="46033" fill="none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0755"/>
                    <a:pt x="8726" y="19480"/>
                    <a:pt x="19480" y="19480"/>
                  </a:cubicBezTo>
                  <a:lnTo>
                    <a:pt x="50280" y="19480"/>
                  </a:lnTo>
                  <a:cubicBezTo>
                    <a:pt x="61035" y="19480"/>
                    <a:pt x="69760" y="28205"/>
                    <a:pt x="69760" y="38960"/>
                  </a:cubicBezTo>
                  <a:lnTo>
                    <a:pt x="69760" y="46032"/>
                  </a:ln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3" name="Google Shape;253;p15"/>
            <p:cNvGrpSpPr/>
            <p:nvPr/>
          </p:nvGrpSpPr>
          <p:grpSpPr>
            <a:xfrm>
              <a:off x="8181914" y="9537"/>
              <a:ext cx="273654" cy="393837"/>
              <a:chOff x="274914" y="8562"/>
              <a:chExt cx="273654" cy="393837"/>
            </a:xfrm>
          </p:grpSpPr>
          <p:sp>
            <p:nvSpPr>
              <p:cNvPr id="254" name="Google Shape;254;p15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avLst/>
                <a:gdLst/>
                <a:ahLst/>
                <a:cxnLst/>
                <a:rect l="l" t="t" r="r" b="b"/>
                <a:pathLst>
                  <a:path w="8224" h="2282" fill="none" extrusionOk="0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5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3307" fill="none" extrusionOk="0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56" name="Google Shape;256;p15"/>
            <p:cNvCxnSpPr/>
            <p:nvPr/>
          </p:nvCxnSpPr>
          <p:spPr>
            <a:xfrm rot="10800000">
              <a:off x="8318175" y="409475"/>
              <a:ext cx="0" cy="90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2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16"/>
          <p:cNvCxnSpPr/>
          <p:nvPr/>
        </p:nvCxnSpPr>
        <p:spPr>
          <a:xfrm rot="10800000">
            <a:off x="6" y="410975"/>
            <a:ext cx="7938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" name="Google Shape;259;p16"/>
          <p:cNvSpPr/>
          <p:nvPr/>
        </p:nvSpPr>
        <p:spPr>
          <a:xfrm flipH="1">
            <a:off x="7906443" y="-331025"/>
            <a:ext cx="416007" cy="741943"/>
          </a:xfrm>
          <a:custGeom>
            <a:avLst/>
            <a:gdLst/>
            <a:ahLst/>
            <a:cxnLst/>
            <a:rect l="l" t="t" r="r" b="b"/>
            <a:pathLst>
              <a:path w="16217" h="27160" fill="none" extrusionOk="0">
                <a:moveTo>
                  <a:pt x="1" y="1"/>
                </a:moveTo>
                <a:lnTo>
                  <a:pt x="1" y="13475"/>
                </a:lnTo>
                <a:cubicBezTo>
                  <a:pt x="1" y="21029"/>
                  <a:pt x="6110" y="27159"/>
                  <a:pt x="13685" y="27159"/>
                </a:cubicBezTo>
                <a:lnTo>
                  <a:pt x="16216" y="27159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miter lim="209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6"/>
          <p:cNvSpPr txBox="1">
            <a:spLocks noGrp="1"/>
          </p:cNvSpPr>
          <p:nvPr>
            <p:ph type="title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61" name="Google Shape;261;p16"/>
          <p:cNvGrpSpPr/>
          <p:nvPr/>
        </p:nvGrpSpPr>
        <p:grpSpPr>
          <a:xfrm>
            <a:off x="6190309" y="4007213"/>
            <a:ext cx="3322716" cy="1155788"/>
            <a:chOff x="6190309" y="4007213"/>
            <a:chExt cx="3322716" cy="1155788"/>
          </a:xfrm>
        </p:grpSpPr>
        <p:sp>
          <p:nvSpPr>
            <p:cNvPr id="262" name="Google Shape;262;p16"/>
            <p:cNvSpPr/>
            <p:nvPr/>
          </p:nvSpPr>
          <p:spPr>
            <a:xfrm flipH="1">
              <a:off x="6190309" y="4421063"/>
              <a:ext cx="1127845" cy="741937"/>
            </a:xfrm>
            <a:custGeom>
              <a:avLst/>
              <a:gdLst/>
              <a:ahLst/>
              <a:cxnLst/>
              <a:rect l="l" t="t" r="r" b="b"/>
              <a:pathLst>
                <a:path w="69760" h="46033" fill="none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0755"/>
                    <a:pt x="8726" y="19480"/>
                    <a:pt x="19480" y="19480"/>
                  </a:cubicBezTo>
                  <a:lnTo>
                    <a:pt x="50280" y="19480"/>
                  </a:lnTo>
                  <a:cubicBezTo>
                    <a:pt x="61035" y="19480"/>
                    <a:pt x="69760" y="28205"/>
                    <a:pt x="69760" y="38960"/>
                  </a:cubicBezTo>
                  <a:lnTo>
                    <a:pt x="69760" y="46032"/>
                  </a:ln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3" name="Google Shape;263;p16"/>
            <p:cNvCxnSpPr/>
            <p:nvPr/>
          </p:nvCxnSpPr>
          <p:spPr>
            <a:xfrm>
              <a:off x="7860625" y="4007213"/>
              <a:ext cx="165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4" name="Google Shape;264;p16"/>
            <p:cNvSpPr/>
            <p:nvPr/>
          </p:nvSpPr>
          <p:spPr>
            <a:xfrm rot="5400000">
              <a:off x="7481106" y="3844244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"/>
          <p:cNvSpPr txBox="1">
            <a:spLocks noGrp="1"/>
          </p:cNvSpPr>
          <p:nvPr>
            <p:ph type="title"/>
          </p:nvPr>
        </p:nvSpPr>
        <p:spPr>
          <a:xfrm>
            <a:off x="5054250" y="1738050"/>
            <a:ext cx="3376800" cy="8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67" name="Google Shape;267;p17"/>
          <p:cNvGrpSpPr/>
          <p:nvPr/>
        </p:nvGrpSpPr>
        <p:grpSpPr>
          <a:xfrm>
            <a:off x="-3760615" y="-331025"/>
            <a:ext cx="8322444" cy="742000"/>
            <a:chOff x="-3760615" y="-331025"/>
            <a:chExt cx="8322444" cy="742000"/>
          </a:xfrm>
        </p:grpSpPr>
        <p:cxnSp>
          <p:nvCxnSpPr>
            <p:cNvPr id="268" name="Google Shape;268;p17"/>
            <p:cNvCxnSpPr/>
            <p:nvPr/>
          </p:nvCxnSpPr>
          <p:spPr>
            <a:xfrm rot="10800000">
              <a:off x="-3760615" y="410975"/>
              <a:ext cx="79380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69" name="Google Shape;269;p17"/>
            <p:cNvSpPr/>
            <p:nvPr/>
          </p:nvSpPr>
          <p:spPr>
            <a:xfrm flipH="1">
              <a:off x="4145822" y="-331025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" name="Google Shape;270;p17"/>
          <p:cNvGrpSpPr/>
          <p:nvPr/>
        </p:nvGrpSpPr>
        <p:grpSpPr>
          <a:xfrm>
            <a:off x="7297779" y="4007213"/>
            <a:ext cx="3322716" cy="1155788"/>
            <a:chOff x="6190309" y="4007213"/>
            <a:chExt cx="3322716" cy="1155788"/>
          </a:xfrm>
        </p:grpSpPr>
        <p:sp>
          <p:nvSpPr>
            <p:cNvPr id="271" name="Google Shape;271;p17"/>
            <p:cNvSpPr/>
            <p:nvPr/>
          </p:nvSpPr>
          <p:spPr>
            <a:xfrm flipH="1">
              <a:off x="6190309" y="4421063"/>
              <a:ext cx="1127845" cy="741937"/>
            </a:xfrm>
            <a:custGeom>
              <a:avLst/>
              <a:gdLst/>
              <a:ahLst/>
              <a:cxnLst/>
              <a:rect l="l" t="t" r="r" b="b"/>
              <a:pathLst>
                <a:path w="69760" h="46033" fill="none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0755"/>
                    <a:pt x="8726" y="19480"/>
                    <a:pt x="19480" y="19480"/>
                  </a:cubicBezTo>
                  <a:lnTo>
                    <a:pt x="50280" y="19480"/>
                  </a:lnTo>
                  <a:cubicBezTo>
                    <a:pt x="61035" y="19480"/>
                    <a:pt x="69760" y="28205"/>
                    <a:pt x="69760" y="38960"/>
                  </a:cubicBezTo>
                  <a:lnTo>
                    <a:pt x="69760" y="46032"/>
                  </a:ln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2" name="Google Shape;272;p17"/>
            <p:cNvCxnSpPr/>
            <p:nvPr/>
          </p:nvCxnSpPr>
          <p:spPr>
            <a:xfrm>
              <a:off x="7860625" y="4007213"/>
              <a:ext cx="1652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3" name="Google Shape;273;p17"/>
            <p:cNvSpPr/>
            <p:nvPr/>
          </p:nvSpPr>
          <p:spPr>
            <a:xfrm rot="5400000">
              <a:off x="7481106" y="3844244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" name="Google Shape;274;p17"/>
          <p:cNvSpPr txBox="1">
            <a:spLocks noGrp="1"/>
          </p:cNvSpPr>
          <p:nvPr>
            <p:ph type="subTitle" idx="1"/>
          </p:nvPr>
        </p:nvSpPr>
        <p:spPr>
          <a:xfrm>
            <a:off x="5138550" y="2477425"/>
            <a:ext cx="3188400" cy="11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1D1C1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"/>
          <p:cNvSpPr txBox="1">
            <a:spLocks noGrp="1"/>
          </p:cNvSpPr>
          <p:nvPr>
            <p:ph type="body" idx="1"/>
          </p:nvPr>
        </p:nvSpPr>
        <p:spPr>
          <a:xfrm>
            <a:off x="3160721" y="2879225"/>
            <a:ext cx="4334700" cy="1297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18"/>
          <p:cNvSpPr txBox="1">
            <a:spLocks noGrp="1"/>
          </p:cNvSpPr>
          <p:nvPr>
            <p:ph type="title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78" name="Google Shape;278;p18"/>
          <p:cNvGrpSpPr/>
          <p:nvPr/>
        </p:nvGrpSpPr>
        <p:grpSpPr>
          <a:xfrm>
            <a:off x="684253" y="-316191"/>
            <a:ext cx="8464130" cy="2196550"/>
            <a:chOff x="684253" y="-316191"/>
            <a:chExt cx="8464130" cy="2196550"/>
          </a:xfrm>
        </p:grpSpPr>
        <p:cxnSp>
          <p:nvCxnSpPr>
            <p:cNvPr id="279" name="Google Shape;279;p18"/>
            <p:cNvCxnSpPr/>
            <p:nvPr/>
          </p:nvCxnSpPr>
          <p:spPr>
            <a:xfrm rot="10800000">
              <a:off x="824556" y="407875"/>
              <a:ext cx="0" cy="761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80" name="Google Shape;280;p18"/>
            <p:cNvGrpSpPr/>
            <p:nvPr/>
          </p:nvGrpSpPr>
          <p:grpSpPr>
            <a:xfrm>
              <a:off x="684253" y="-316191"/>
              <a:ext cx="8464130" cy="2196550"/>
              <a:chOff x="4439845" y="-316191"/>
              <a:chExt cx="8464130" cy="2196550"/>
            </a:xfrm>
          </p:grpSpPr>
          <p:grpSp>
            <p:nvGrpSpPr>
              <p:cNvPr id="281" name="Google Shape;281;p18"/>
              <p:cNvGrpSpPr/>
              <p:nvPr/>
            </p:nvGrpSpPr>
            <p:grpSpPr>
              <a:xfrm>
                <a:off x="4580143" y="-316191"/>
                <a:ext cx="8323832" cy="2196550"/>
                <a:chOff x="4580143" y="-316191"/>
                <a:chExt cx="8323832" cy="2196550"/>
              </a:xfrm>
            </p:grpSpPr>
            <p:cxnSp>
              <p:nvCxnSpPr>
                <p:cNvPr id="282" name="Google Shape;282;p18"/>
                <p:cNvCxnSpPr/>
                <p:nvPr/>
              </p:nvCxnSpPr>
              <p:spPr>
                <a:xfrm>
                  <a:off x="4966575" y="1880359"/>
                  <a:ext cx="79374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83" name="Google Shape;283;p18"/>
                <p:cNvSpPr/>
                <p:nvPr/>
              </p:nvSpPr>
              <p:spPr>
                <a:xfrm>
                  <a:off x="4580143" y="1138409"/>
                  <a:ext cx="416007" cy="741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84" name="Google Shape;284;p18"/>
                <p:cNvCxnSpPr/>
                <p:nvPr/>
              </p:nvCxnSpPr>
              <p:spPr>
                <a:xfrm rot="10800000">
                  <a:off x="4580150" y="-316191"/>
                  <a:ext cx="0" cy="445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5" name="Google Shape;285;p18"/>
              <p:cNvSpPr/>
              <p:nvPr/>
            </p:nvSpPr>
            <p:spPr>
              <a:xfrm>
                <a:off x="4446425" y="14275"/>
                <a:ext cx="262500" cy="912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8"/>
              <p:cNvSpPr/>
              <p:nvPr/>
            </p:nvSpPr>
            <p:spPr>
              <a:xfrm>
                <a:off x="4560575" y="117000"/>
                <a:ext cx="45600" cy="2910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7" name="Google Shape;287;p18"/>
              <p:cNvGrpSpPr/>
              <p:nvPr/>
            </p:nvGrpSpPr>
            <p:grpSpPr>
              <a:xfrm>
                <a:off x="4439845" y="8562"/>
                <a:ext cx="273654" cy="393837"/>
                <a:chOff x="278145" y="8562"/>
                <a:chExt cx="273654" cy="393837"/>
              </a:xfrm>
            </p:grpSpPr>
            <p:sp>
              <p:nvSpPr>
                <p:cNvPr id="288" name="Google Shape;288;p18"/>
                <p:cNvSpPr/>
                <p:nvPr/>
              </p:nvSpPr>
              <p:spPr>
                <a:xfrm>
                  <a:off x="278145" y="8562"/>
                  <a:ext cx="273654" cy="98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4" h="2282" fill="none" extrusionOk="0">
                      <a:moveTo>
                        <a:pt x="1" y="1"/>
                      </a:moveTo>
                      <a:lnTo>
                        <a:pt x="8224" y="1"/>
                      </a:lnTo>
                      <a:lnTo>
                        <a:pt x="8224" y="2281"/>
                      </a:lnTo>
                      <a:lnTo>
                        <a:pt x="1" y="228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" name="Google Shape;289;p18"/>
                <p:cNvSpPr/>
                <p:nvPr/>
              </p:nvSpPr>
              <p:spPr>
                <a:xfrm>
                  <a:off x="387445" y="107423"/>
                  <a:ext cx="59924" cy="2949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3307" fill="none" extrusionOk="0">
                      <a:moveTo>
                        <a:pt x="1" y="0"/>
                      </a:moveTo>
                      <a:lnTo>
                        <a:pt x="1800" y="0"/>
                      </a:lnTo>
                      <a:lnTo>
                        <a:pt x="1800" y="3306"/>
                      </a:lnTo>
                      <a:lnTo>
                        <a:pt x="1" y="330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BODY_2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 txBox="1">
            <a:spLocks noGrp="1"/>
          </p:cNvSpPr>
          <p:nvPr>
            <p:ph type="title"/>
          </p:nvPr>
        </p:nvSpPr>
        <p:spPr>
          <a:xfrm>
            <a:off x="1322750" y="1783677"/>
            <a:ext cx="2617800" cy="7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19"/>
          <p:cNvSpPr txBox="1">
            <a:spLocks noGrp="1"/>
          </p:cNvSpPr>
          <p:nvPr>
            <p:ph type="subTitle" idx="1"/>
          </p:nvPr>
        </p:nvSpPr>
        <p:spPr>
          <a:xfrm>
            <a:off x="1190625" y="2587800"/>
            <a:ext cx="2882100" cy="14949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93" name="Google Shape;293;p19"/>
          <p:cNvSpPr txBox="1">
            <a:spLocks noGrp="1"/>
          </p:cNvSpPr>
          <p:nvPr>
            <p:ph type="title" idx="2"/>
          </p:nvPr>
        </p:nvSpPr>
        <p:spPr>
          <a:xfrm>
            <a:off x="5203450" y="1783677"/>
            <a:ext cx="2617800" cy="72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19"/>
          <p:cNvSpPr txBox="1">
            <a:spLocks noGrp="1"/>
          </p:cNvSpPr>
          <p:nvPr>
            <p:ph type="subTitle" idx="3"/>
          </p:nvPr>
        </p:nvSpPr>
        <p:spPr>
          <a:xfrm>
            <a:off x="5071300" y="2587800"/>
            <a:ext cx="2882100" cy="14949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295" name="Google Shape;295;p19"/>
          <p:cNvCxnSpPr/>
          <p:nvPr/>
        </p:nvCxnSpPr>
        <p:spPr>
          <a:xfrm>
            <a:off x="0" y="408225"/>
            <a:ext cx="9144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BODY_2_2_1_1_1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"/>
          <p:cNvSpPr txBox="1">
            <a:spLocks noGrp="1"/>
          </p:cNvSpPr>
          <p:nvPr>
            <p:ph type="title"/>
          </p:nvPr>
        </p:nvSpPr>
        <p:spPr>
          <a:xfrm>
            <a:off x="1096900" y="3590603"/>
            <a:ext cx="30126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98" name="Google Shape;298;p20"/>
          <p:cNvSpPr txBox="1">
            <a:spLocks noGrp="1"/>
          </p:cNvSpPr>
          <p:nvPr>
            <p:ph type="subTitle" idx="1"/>
          </p:nvPr>
        </p:nvSpPr>
        <p:spPr>
          <a:xfrm>
            <a:off x="1096900" y="2329167"/>
            <a:ext cx="3012600" cy="1185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9" name="Google Shape;299;p20"/>
          <p:cNvSpPr txBox="1">
            <a:spLocks noGrp="1"/>
          </p:cNvSpPr>
          <p:nvPr>
            <p:ph type="title" idx="2"/>
          </p:nvPr>
        </p:nvSpPr>
        <p:spPr>
          <a:xfrm>
            <a:off x="5034281" y="3589664"/>
            <a:ext cx="30126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00" name="Google Shape;300;p20"/>
          <p:cNvSpPr txBox="1">
            <a:spLocks noGrp="1"/>
          </p:cNvSpPr>
          <p:nvPr>
            <p:ph type="subTitle" idx="3"/>
          </p:nvPr>
        </p:nvSpPr>
        <p:spPr>
          <a:xfrm>
            <a:off x="5034276" y="2328326"/>
            <a:ext cx="3012600" cy="1185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1" name="Google Shape;301;p20"/>
          <p:cNvSpPr txBox="1">
            <a:spLocks noGrp="1"/>
          </p:cNvSpPr>
          <p:nvPr>
            <p:ph type="title" idx="4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302" name="Google Shape;302;p20"/>
          <p:cNvGrpSpPr/>
          <p:nvPr/>
        </p:nvGrpSpPr>
        <p:grpSpPr>
          <a:xfrm>
            <a:off x="8323511" y="-330175"/>
            <a:ext cx="1596364" cy="743726"/>
            <a:chOff x="8323511" y="-330175"/>
            <a:chExt cx="1596364" cy="743726"/>
          </a:xfrm>
        </p:grpSpPr>
        <p:sp>
          <p:nvSpPr>
            <p:cNvPr id="303" name="Google Shape;303;p20"/>
            <p:cNvSpPr/>
            <p:nvPr/>
          </p:nvSpPr>
          <p:spPr>
            <a:xfrm>
              <a:off x="8323511" y="-330175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4" name="Google Shape;304;p20"/>
            <p:cNvCxnSpPr/>
            <p:nvPr/>
          </p:nvCxnSpPr>
          <p:spPr>
            <a:xfrm>
              <a:off x="8705175" y="413552"/>
              <a:ext cx="121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305" name="Google Shape;305;p20"/>
          <p:cNvCxnSpPr/>
          <p:nvPr/>
        </p:nvCxnSpPr>
        <p:spPr>
          <a:xfrm>
            <a:off x="-46412" y="4619195"/>
            <a:ext cx="9206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ONLY_1_1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 txBox="1">
            <a:spLocks noGrp="1"/>
          </p:cNvSpPr>
          <p:nvPr>
            <p:ph type="title"/>
          </p:nvPr>
        </p:nvSpPr>
        <p:spPr>
          <a:xfrm>
            <a:off x="713225" y="365760"/>
            <a:ext cx="38589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21"/>
          <p:cNvSpPr txBox="1">
            <a:spLocks noGrp="1"/>
          </p:cNvSpPr>
          <p:nvPr>
            <p:ph type="subTitle" idx="1"/>
          </p:nvPr>
        </p:nvSpPr>
        <p:spPr>
          <a:xfrm>
            <a:off x="5862025" y="3723975"/>
            <a:ext cx="240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9" name="Google Shape;309;p21"/>
          <p:cNvSpPr txBox="1">
            <a:spLocks noGrp="1"/>
          </p:cNvSpPr>
          <p:nvPr>
            <p:ph type="title" idx="2"/>
          </p:nvPr>
        </p:nvSpPr>
        <p:spPr>
          <a:xfrm>
            <a:off x="5862026" y="3292263"/>
            <a:ext cx="2401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10" name="Google Shape;310;p21"/>
          <p:cNvSpPr txBox="1">
            <a:spLocks noGrp="1"/>
          </p:cNvSpPr>
          <p:nvPr>
            <p:ph type="subTitle" idx="3"/>
          </p:nvPr>
        </p:nvSpPr>
        <p:spPr>
          <a:xfrm>
            <a:off x="5862025" y="2565974"/>
            <a:ext cx="240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1" name="Google Shape;311;p21"/>
          <p:cNvSpPr txBox="1">
            <a:spLocks noGrp="1"/>
          </p:cNvSpPr>
          <p:nvPr>
            <p:ph type="title" idx="4"/>
          </p:nvPr>
        </p:nvSpPr>
        <p:spPr>
          <a:xfrm>
            <a:off x="5862026" y="2134275"/>
            <a:ext cx="2401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12" name="Google Shape;312;p21"/>
          <p:cNvSpPr/>
          <p:nvPr/>
        </p:nvSpPr>
        <p:spPr>
          <a:xfrm flipH="1">
            <a:off x="8323488" y="4420623"/>
            <a:ext cx="1127845" cy="741937"/>
          </a:xfrm>
          <a:custGeom>
            <a:avLst/>
            <a:gdLst/>
            <a:ahLst/>
            <a:cxnLst/>
            <a:rect l="l" t="t" r="r" b="b"/>
            <a:pathLst>
              <a:path w="69760" h="46033" fill="none" extrusionOk="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3" name="Google Shape;313;p21"/>
          <p:cNvGrpSpPr/>
          <p:nvPr/>
        </p:nvGrpSpPr>
        <p:grpSpPr>
          <a:xfrm>
            <a:off x="-334836" y="-534925"/>
            <a:ext cx="741943" cy="946697"/>
            <a:chOff x="-334837" y="-123600"/>
            <a:chExt cx="741943" cy="946697"/>
          </a:xfrm>
        </p:grpSpPr>
        <p:sp>
          <p:nvSpPr>
            <p:cNvPr id="314" name="Google Shape;314;p21"/>
            <p:cNvSpPr/>
            <p:nvPr/>
          </p:nvSpPr>
          <p:spPr>
            <a:xfrm rot="-5400000">
              <a:off x="-171869" y="244122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15" name="Google Shape;315;p21"/>
            <p:cNvCxnSpPr/>
            <p:nvPr/>
          </p:nvCxnSpPr>
          <p:spPr>
            <a:xfrm rot="10800000">
              <a:off x="407105" y="-123600"/>
              <a:ext cx="0" cy="53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6" name="Google Shape;316;p21"/>
          <p:cNvGrpSpPr/>
          <p:nvPr/>
        </p:nvGrpSpPr>
        <p:grpSpPr>
          <a:xfrm>
            <a:off x="6195400" y="-251362"/>
            <a:ext cx="2942128" cy="1586007"/>
            <a:chOff x="6195400" y="-251362"/>
            <a:chExt cx="2942128" cy="1586007"/>
          </a:xfrm>
        </p:grpSpPr>
        <p:grpSp>
          <p:nvGrpSpPr>
            <p:cNvPr id="317" name="Google Shape;317;p21"/>
            <p:cNvGrpSpPr/>
            <p:nvPr/>
          </p:nvGrpSpPr>
          <p:grpSpPr>
            <a:xfrm rot="10800000">
              <a:off x="6195400" y="-251362"/>
              <a:ext cx="876363" cy="1449834"/>
              <a:chOff x="-52500" y="4322997"/>
              <a:chExt cx="876363" cy="1449834"/>
            </a:xfrm>
          </p:grpSpPr>
          <p:sp>
            <p:nvSpPr>
              <p:cNvPr id="318" name="Google Shape;318;p21"/>
              <p:cNvSpPr/>
              <p:nvPr/>
            </p:nvSpPr>
            <p:spPr>
              <a:xfrm rot="10800000">
                <a:off x="407095" y="4322997"/>
                <a:ext cx="416007" cy="741943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19" name="Google Shape;319;p21"/>
              <p:cNvCxnSpPr/>
              <p:nvPr/>
            </p:nvCxnSpPr>
            <p:spPr>
              <a:xfrm rot="10800000">
                <a:off x="823863" y="5062131"/>
                <a:ext cx="0" cy="7107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" name="Google Shape;320;p21"/>
              <p:cNvCxnSpPr/>
              <p:nvPr/>
            </p:nvCxnSpPr>
            <p:spPr>
              <a:xfrm>
                <a:off x="-52500" y="4323000"/>
                <a:ext cx="459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21" name="Google Shape;321;p21"/>
            <p:cNvGrpSpPr/>
            <p:nvPr/>
          </p:nvGrpSpPr>
          <p:grpSpPr>
            <a:xfrm rot="5400000">
              <a:off x="7946450" y="143566"/>
              <a:ext cx="273654" cy="2108503"/>
              <a:chOff x="690250" y="13225"/>
              <a:chExt cx="273654" cy="2108503"/>
            </a:xfrm>
          </p:grpSpPr>
          <p:sp>
            <p:nvSpPr>
              <p:cNvPr id="322" name="Google Shape;322;p21"/>
              <p:cNvSpPr/>
              <p:nvPr/>
            </p:nvSpPr>
            <p:spPr>
              <a:xfrm>
                <a:off x="797131" y="112123"/>
                <a:ext cx="59924" cy="294976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3307" fill="none" extrusionOk="0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1"/>
              <p:cNvSpPr/>
              <p:nvPr/>
            </p:nvSpPr>
            <p:spPr>
              <a:xfrm>
                <a:off x="690250" y="13225"/>
                <a:ext cx="273654" cy="98908"/>
              </a:xfrm>
              <a:custGeom>
                <a:avLst/>
                <a:gdLst/>
                <a:ahLst/>
                <a:cxnLst/>
                <a:rect l="l" t="t" r="r" b="b"/>
                <a:pathLst>
                  <a:path w="8224" h="2282" fill="none" extrusionOk="0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24" name="Google Shape;324;p21"/>
              <p:cNvCxnSpPr/>
              <p:nvPr/>
            </p:nvCxnSpPr>
            <p:spPr>
              <a:xfrm rot="-5400000">
                <a:off x="-30191" y="1264478"/>
                <a:ext cx="1714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25" name="Google Shape;325;p21"/>
          <p:cNvGrpSpPr/>
          <p:nvPr/>
        </p:nvGrpSpPr>
        <p:grpSpPr>
          <a:xfrm rot="5400000">
            <a:off x="8425877" y="-432550"/>
            <a:ext cx="741943" cy="946697"/>
            <a:chOff x="-334837" y="-123600"/>
            <a:chExt cx="741943" cy="946697"/>
          </a:xfrm>
        </p:grpSpPr>
        <p:sp>
          <p:nvSpPr>
            <p:cNvPr id="326" name="Google Shape;326;p21"/>
            <p:cNvSpPr/>
            <p:nvPr/>
          </p:nvSpPr>
          <p:spPr>
            <a:xfrm rot="-5400000">
              <a:off x="-171869" y="244122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27" name="Google Shape;327;p21"/>
            <p:cNvCxnSpPr/>
            <p:nvPr/>
          </p:nvCxnSpPr>
          <p:spPr>
            <a:xfrm rot="10800000">
              <a:off x="407105" y="-123600"/>
              <a:ext cx="0" cy="53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AND_BODY_2_1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2"/>
          <p:cNvSpPr txBox="1">
            <a:spLocks noGrp="1"/>
          </p:cNvSpPr>
          <p:nvPr>
            <p:ph type="title"/>
          </p:nvPr>
        </p:nvSpPr>
        <p:spPr>
          <a:xfrm>
            <a:off x="3263100" y="3264475"/>
            <a:ext cx="2617800" cy="4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30" name="Google Shape;330;p22"/>
          <p:cNvSpPr txBox="1">
            <a:spLocks noGrp="1"/>
          </p:cNvSpPr>
          <p:nvPr>
            <p:ph type="subTitle" idx="1"/>
          </p:nvPr>
        </p:nvSpPr>
        <p:spPr>
          <a:xfrm>
            <a:off x="2385150" y="1198475"/>
            <a:ext cx="4373700" cy="17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31" name="Google Shape;331;p22"/>
          <p:cNvSpPr/>
          <p:nvPr/>
        </p:nvSpPr>
        <p:spPr>
          <a:xfrm>
            <a:off x="0" y="4736400"/>
            <a:ext cx="9144000" cy="41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22"/>
          <p:cNvGrpSpPr/>
          <p:nvPr/>
        </p:nvGrpSpPr>
        <p:grpSpPr>
          <a:xfrm>
            <a:off x="-39750" y="407100"/>
            <a:ext cx="9227728" cy="3915909"/>
            <a:chOff x="-39750" y="407100"/>
            <a:chExt cx="9227728" cy="3915909"/>
          </a:xfrm>
        </p:grpSpPr>
        <p:cxnSp>
          <p:nvCxnSpPr>
            <p:cNvPr id="333" name="Google Shape;333;p22"/>
            <p:cNvCxnSpPr/>
            <p:nvPr/>
          </p:nvCxnSpPr>
          <p:spPr>
            <a:xfrm>
              <a:off x="1176025" y="3126199"/>
              <a:ext cx="67620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4" name="Google Shape;334;p22"/>
            <p:cNvSpPr/>
            <p:nvPr/>
          </p:nvSpPr>
          <p:spPr>
            <a:xfrm>
              <a:off x="826243" y="2384199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5" name="Google Shape;335;p22"/>
            <p:cNvCxnSpPr/>
            <p:nvPr/>
          </p:nvCxnSpPr>
          <p:spPr>
            <a:xfrm rot="10800000">
              <a:off x="-39750" y="407100"/>
              <a:ext cx="537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6" name="Google Shape;336;p22"/>
            <p:cNvSpPr/>
            <p:nvPr/>
          </p:nvSpPr>
          <p:spPr>
            <a:xfrm rot="10800000">
              <a:off x="410231" y="407100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7" name="Google Shape;337;p22"/>
            <p:cNvCxnSpPr/>
            <p:nvPr/>
          </p:nvCxnSpPr>
          <p:spPr>
            <a:xfrm>
              <a:off x="827100" y="1066175"/>
              <a:ext cx="0" cy="13893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8" name="Google Shape;338;p22"/>
            <p:cNvSpPr/>
            <p:nvPr/>
          </p:nvSpPr>
          <p:spPr>
            <a:xfrm rot="10800000">
              <a:off x="7905979" y="3125568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9" name="Google Shape;339;p22"/>
            <p:cNvCxnSpPr/>
            <p:nvPr/>
          </p:nvCxnSpPr>
          <p:spPr>
            <a:xfrm>
              <a:off x="8650678" y="4323009"/>
              <a:ext cx="537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0" name="Google Shape;340;p22"/>
            <p:cNvSpPr/>
            <p:nvPr/>
          </p:nvSpPr>
          <p:spPr>
            <a:xfrm>
              <a:off x="8321990" y="3581066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IG_NUMBER_1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>
            <a:spLocks noGrp="1"/>
          </p:cNvSpPr>
          <p:nvPr>
            <p:ph type="title" hasCustomPrompt="1"/>
          </p:nvPr>
        </p:nvSpPr>
        <p:spPr>
          <a:xfrm>
            <a:off x="923100" y="2481482"/>
            <a:ext cx="2004000" cy="739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3" name="Google Shape;343;p23"/>
          <p:cNvSpPr txBox="1">
            <a:spLocks noGrp="1"/>
          </p:cNvSpPr>
          <p:nvPr>
            <p:ph type="title" idx="2"/>
          </p:nvPr>
        </p:nvSpPr>
        <p:spPr>
          <a:xfrm>
            <a:off x="787050" y="3218113"/>
            <a:ext cx="2276100" cy="46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4" name="Google Shape;344;p23"/>
          <p:cNvSpPr txBox="1">
            <a:spLocks noGrp="1"/>
          </p:cNvSpPr>
          <p:nvPr>
            <p:ph type="subTitle" idx="1"/>
          </p:nvPr>
        </p:nvSpPr>
        <p:spPr>
          <a:xfrm>
            <a:off x="787050" y="3545681"/>
            <a:ext cx="22761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45" name="Google Shape;345;p23"/>
          <p:cNvSpPr txBox="1">
            <a:spLocks noGrp="1"/>
          </p:cNvSpPr>
          <p:nvPr>
            <p:ph type="title" idx="3" hasCustomPrompt="1"/>
          </p:nvPr>
        </p:nvSpPr>
        <p:spPr>
          <a:xfrm>
            <a:off x="3570000" y="1833237"/>
            <a:ext cx="2004000" cy="739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6" name="Google Shape;346;p23"/>
          <p:cNvSpPr txBox="1">
            <a:spLocks noGrp="1"/>
          </p:cNvSpPr>
          <p:nvPr>
            <p:ph type="title" idx="4"/>
          </p:nvPr>
        </p:nvSpPr>
        <p:spPr>
          <a:xfrm>
            <a:off x="3433950" y="2562991"/>
            <a:ext cx="2276100" cy="46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7" name="Google Shape;347;p23"/>
          <p:cNvSpPr txBox="1">
            <a:spLocks noGrp="1"/>
          </p:cNvSpPr>
          <p:nvPr>
            <p:ph type="subTitle" idx="5"/>
          </p:nvPr>
        </p:nvSpPr>
        <p:spPr>
          <a:xfrm>
            <a:off x="3433950" y="2897362"/>
            <a:ext cx="22761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48" name="Google Shape;348;p23"/>
          <p:cNvSpPr txBox="1">
            <a:spLocks noGrp="1"/>
          </p:cNvSpPr>
          <p:nvPr>
            <p:ph type="title" idx="6" hasCustomPrompt="1"/>
          </p:nvPr>
        </p:nvSpPr>
        <p:spPr>
          <a:xfrm>
            <a:off x="6216900" y="2481482"/>
            <a:ext cx="2004000" cy="739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9" name="Google Shape;349;p23"/>
          <p:cNvSpPr txBox="1">
            <a:spLocks noGrp="1"/>
          </p:cNvSpPr>
          <p:nvPr>
            <p:ph type="title" idx="7"/>
          </p:nvPr>
        </p:nvSpPr>
        <p:spPr>
          <a:xfrm>
            <a:off x="6080850" y="3218113"/>
            <a:ext cx="2276100" cy="46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" name="Google Shape;350;p23"/>
          <p:cNvSpPr txBox="1">
            <a:spLocks noGrp="1"/>
          </p:cNvSpPr>
          <p:nvPr>
            <p:ph type="subTitle" idx="8"/>
          </p:nvPr>
        </p:nvSpPr>
        <p:spPr>
          <a:xfrm>
            <a:off x="6080850" y="3545681"/>
            <a:ext cx="2276100" cy="6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1" name="Google Shape;351;p23"/>
          <p:cNvSpPr txBox="1">
            <a:spLocks noGrp="1"/>
          </p:cNvSpPr>
          <p:nvPr>
            <p:ph type="title" idx="9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352" name="Google Shape;352;p23"/>
          <p:cNvCxnSpPr/>
          <p:nvPr/>
        </p:nvCxnSpPr>
        <p:spPr>
          <a:xfrm>
            <a:off x="0" y="408225"/>
            <a:ext cx="9144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53" name="Google Shape;353;p23"/>
          <p:cNvGrpSpPr/>
          <p:nvPr/>
        </p:nvGrpSpPr>
        <p:grpSpPr>
          <a:xfrm>
            <a:off x="1746575" y="3727225"/>
            <a:ext cx="5642575" cy="1412022"/>
            <a:chOff x="1746575" y="3727225"/>
            <a:chExt cx="5642575" cy="1412022"/>
          </a:xfrm>
        </p:grpSpPr>
        <p:grpSp>
          <p:nvGrpSpPr>
            <p:cNvPr id="354" name="Google Shape;354;p23"/>
            <p:cNvGrpSpPr/>
            <p:nvPr/>
          </p:nvGrpSpPr>
          <p:grpSpPr>
            <a:xfrm rot="10800000">
              <a:off x="4438432" y="3732224"/>
              <a:ext cx="273654" cy="1400198"/>
              <a:chOff x="270152" y="9537"/>
              <a:chExt cx="273654" cy="1400198"/>
            </a:xfrm>
          </p:grpSpPr>
          <p:grpSp>
            <p:nvGrpSpPr>
              <p:cNvPr id="355" name="Google Shape;355;p23"/>
              <p:cNvGrpSpPr/>
              <p:nvPr/>
            </p:nvGrpSpPr>
            <p:grpSpPr>
              <a:xfrm>
                <a:off x="270152" y="9537"/>
                <a:ext cx="273654" cy="393837"/>
                <a:chOff x="274914" y="8562"/>
                <a:chExt cx="273654" cy="393837"/>
              </a:xfrm>
            </p:grpSpPr>
            <p:sp>
              <p:nvSpPr>
                <p:cNvPr id="356" name="Google Shape;356;p23"/>
                <p:cNvSpPr/>
                <p:nvPr/>
              </p:nvSpPr>
              <p:spPr>
                <a:xfrm>
                  <a:off x="274914" y="8562"/>
                  <a:ext cx="273654" cy="98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4" h="2282" fill="none" extrusionOk="0">
                      <a:moveTo>
                        <a:pt x="1" y="1"/>
                      </a:moveTo>
                      <a:lnTo>
                        <a:pt x="8224" y="1"/>
                      </a:lnTo>
                      <a:lnTo>
                        <a:pt x="8224" y="2281"/>
                      </a:lnTo>
                      <a:lnTo>
                        <a:pt x="1" y="22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" name="Google Shape;357;p23"/>
                <p:cNvSpPr/>
                <p:nvPr/>
              </p:nvSpPr>
              <p:spPr>
                <a:xfrm>
                  <a:off x="384214" y="107423"/>
                  <a:ext cx="59924" cy="2949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3307" fill="none" extrusionOk="0">
                      <a:moveTo>
                        <a:pt x="1" y="0"/>
                      </a:moveTo>
                      <a:lnTo>
                        <a:pt x="1800" y="0"/>
                      </a:lnTo>
                      <a:lnTo>
                        <a:pt x="1800" y="3306"/>
                      </a:lnTo>
                      <a:lnTo>
                        <a:pt x="1" y="330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358" name="Google Shape;358;p23"/>
              <p:cNvCxnSpPr/>
              <p:nvPr/>
            </p:nvCxnSpPr>
            <p:spPr>
              <a:xfrm rot="10800000">
                <a:off x="408588" y="411035"/>
                <a:ext cx="3300" cy="9987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9" name="Google Shape;359;p23"/>
            <p:cNvGrpSpPr/>
            <p:nvPr/>
          </p:nvGrpSpPr>
          <p:grpSpPr>
            <a:xfrm rot="10800000">
              <a:off x="1788282" y="4370785"/>
              <a:ext cx="273654" cy="768462"/>
              <a:chOff x="270152" y="9537"/>
              <a:chExt cx="273654" cy="768462"/>
            </a:xfrm>
          </p:grpSpPr>
          <p:grpSp>
            <p:nvGrpSpPr>
              <p:cNvPr id="360" name="Google Shape;360;p23"/>
              <p:cNvGrpSpPr/>
              <p:nvPr/>
            </p:nvGrpSpPr>
            <p:grpSpPr>
              <a:xfrm>
                <a:off x="270152" y="9537"/>
                <a:ext cx="273654" cy="393837"/>
                <a:chOff x="274914" y="8562"/>
                <a:chExt cx="273654" cy="393837"/>
              </a:xfrm>
            </p:grpSpPr>
            <p:sp>
              <p:nvSpPr>
                <p:cNvPr id="361" name="Google Shape;361;p23"/>
                <p:cNvSpPr/>
                <p:nvPr/>
              </p:nvSpPr>
              <p:spPr>
                <a:xfrm>
                  <a:off x="274914" y="8562"/>
                  <a:ext cx="273654" cy="98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4" h="2282" fill="none" extrusionOk="0">
                      <a:moveTo>
                        <a:pt x="1" y="1"/>
                      </a:moveTo>
                      <a:lnTo>
                        <a:pt x="8224" y="1"/>
                      </a:lnTo>
                      <a:lnTo>
                        <a:pt x="8224" y="2281"/>
                      </a:lnTo>
                      <a:lnTo>
                        <a:pt x="1" y="22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" name="Google Shape;362;p23"/>
                <p:cNvSpPr/>
                <p:nvPr/>
              </p:nvSpPr>
              <p:spPr>
                <a:xfrm>
                  <a:off x="384214" y="107423"/>
                  <a:ext cx="59924" cy="2949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3307" fill="none" extrusionOk="0">
                      <a:moveTo>
                        <a:pt x="1" y="0"/>
                      </a:moveTo>
                      <a:lnTo>
                        <a:pt x="1800" y="0"/>
                      </a:lnTo>
                      <a:lnTo>
                        <a:pt x="1800" y="3306"/>
                      </a:lnTo>
                      <a:lnTo>
                        <a:pt x="1" y="330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363" name="Google Shape;363;p23"/>
              <p:cNvCxnSpPr/>
              <p:nvPr/>
            </p:nvCxnSpPr>
            <p:spPr>
              <a:xfrm rot="10800000">
                <a:off x="406988" y="420999"/>
                <a:ext cx="0" cy="357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64" name="Google Shape;364;p23"/>
            <p:cNvGrpSpPr/>
            <p:nvPr/>
          </p:nvGrpSpPr>
          <p:grpSpPr>
            <a:xfrm rot="10800000">
              <a:off x="7082082" y="4370785"/>
              <a:ext cx="273654" cy="768462"/>
              <a:chOff x="270152" y="9537"/>
              <a:chExt cx="273654" cy="768462"/>
            </a:xfrm>
          </p:grpSpPr>
          <p:grpSp>
            <p:nvGrpSpPr>
              <p:cNvPr id="365" name="Google Shape;365;p23"/>
              <p:cNvGrpSpPr/>
              <p:nvPr/>
            </p:nvGrpSpPr>
            <p:grpSpPr>
              <a:xfrm>
                <a:off x="270152" y="9537"/>
                <a:ext cx="273654" cy="393837"/>
                <a:chOff x="274914" y="8562"/>
                <a:chExt cx="273654" cy="393837"/>
              </a:xfrm>
            </p:grpSpPr>
            <p:sp>
              <p:nvSpPr>
                <p:cNvPr id="366" name="Google Shape;366;p23"/>
                <p:cNvSpPr/>
                <p:nvPr/>
              </p:nvSpPr>
              <p:spPr>
                <a:xfrm>
                  <a:off x="274914" y="8562"/>
                  <a:ext cx="273654" cy="98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24" h="2282" fill="none" extrusionOk="0">
                      <a:moveTo>
                        <a:pt x="1" y="1"/>
                      </a:moveTo>
                      <a:lnTo>
                        <a:pt x="8224" y="1"/>
                      </a:lnTo>
                      <a:lnTo>
                        <a:pt x="8224" y="2281"/>
                      </a:lnTo>
                      <a:lnTo>
                        <a:pt x="1" y="228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" name="Google Shape;367;p23"/>
                <p:cNvSpPr/>
                <p:nvPr/>
              </p:nvSpPr>
              <p:spPr>
                <a:xfrm>
                  <a:off x="384214" y="107423"/>
                  <a:ext cx="59924" cy="2949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1" h="3307" fill="none" extrusionOk="0">
                      <a:moveTo>
                        <a:pt x="1" y="0"/>
                      </a:moveTo>
                      <a:lnTo>
                        <a:pt x="1800" y="0"/>
                      </a:lnTo>
                      <a:lnTo>
                        <a:pt x="1800" y="3306"/>
                      </a:lnTo>
                      <a:lnTo>
                        <a:pt x="1" y="330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368" name="Google Shape;368;p23"/>
              <p:cNvCxnSpPr/>
              <p:nvPr/>
            </p:nvCxnSpPr>
            <p:spPr>
              <a:xfrm rot="10800000">
                <a:off x="406988" y="414399"/>
                <a:ext cx="0" cy="363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69" name="Google Shape;369;p23"/>
            <p:cNvCxnSpPr/>
            <p:nvPr/>
          </p:nvCxnSpPr>
          <p:spPr>
            <a:xfrm>
              <a:off x="1746575" y="4351626"/>
              <a:ext cx="3405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0" name="Google Shape;370;p23"/>
            <p:cNvCxnSpPr/>
            <p:nvPr/>
          </p:nvCxnSpPr>
          <p:spPr>
            <a:xfrm>
              <a:off x="4401750" y="3727225"/>
              <a:ext cx="3405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1" name="Google Shape;371;p23"/>
            <p:cNvCxnSpPr/>
            <p:nvPr/>
          </p:nvCxnSpPr>
          <p:spPr>
            <a:xfrm>
              <a:off x="7048650" y="4351625"/>
              <a:ext cx="3405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IG_NUMBER_1_1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"/>
          <p:cNvSpPr txBox="1">
            <a:spLocks noGrp="1"/>
          </p:cNvSpPr>
          <p:nvPr>
            <p:ph type="subTitle" idx="1"/>
          </p:nvPr>
        </p:nvSpPr>
        <p:spPr>
          <a:xfrm>
            <a:off x="720550" y="3691089"/>
            <a:ext cx="1781100" cy="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4" name="Google Shape;374;p24"/>
          <p:cNvSpPr txBox="1">
            <a:spLocks noGrp="1"/>
          </p:cNvSpPr>
          <p:nvPr>
            <p:ph type="subTitle" idx="2"/>
          </p:nvPr>
        </p:nvSpPr>
        <p:spPr>
          <a:xfrm>
            <a:off x="2694492" y="3691089"/>
            <a:ext cx="1781100" cy="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5" name="Google Shape;375;p24"/>
          <p:cNvSpPr txBox="1">
            <a:spLocks noGrp="1"/>
          </p:cNvSpPr>
          <p:nvPr>
            <p:ph type="subTitle" idx="3"/>
          </p:nvPr>
        </p:nvSpPr>
        <p:spPr>
          <a:xfrm>
            <a:off x="4668435" y="3691089"/>
            <a:ext cx="1781100" cy="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6" name="Google Shape;376;p24"/>
          <p:cNvSpPr txBox="1">
            <a:spLocks noGrp="1"/>
          </p:cNvSpPr>
          <p:nvPr>
            <p:ph type="subTitle" idx="4"/>
          </p:nvPr>
        </p:nvSpPr>
        <p:spPr>
          <a:xfrm>
            <a:off x="6642377" y="3691089"/>
            <a:ext cx="1781100" cy="8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7" name="Google Shape;377;p24"/>
          <p:cNvSpPr txBox="1">
            <a:spLocks noGrp="1"/>
          </p:cNvSpPr>
          <p:nvPr>
            <p:ph type="title" hasCustomPrompt="1"/>
          </p:nvPr>
        </p:nvSpPr>
        <p:spPr>
          <a:xfrm>
            <a:off x="778750" y="3062080"/>
            <a:ext cx="1664700" cy="4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8" name="Google Shape;378;p24"/>
          <p:cNvSpPr txBox="1">
            <a:spLocks noGrp="1"/>
          </p:cNvSpPr>
          <p:nvPr>
            <p:ph type="title" idx="5" hasCustomPrompt="1"/>
          </p:nvPr>
        </p:nvSpPr>
        <p:spPr>
          <a:xfrm>
            <a:off x="2752675" y="3062080"/>
            <a:ext cx="1664700" cy="4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9" name="Google Shape;379;p24"/>
          <p:cNvSpPr txBox="1">
            <a:spLocks noGrp="1"/>
          </p:cNvSpPr>
          <p:nvPr>
            <p:ph type="title" idx="6" hasCustomPrompt="1"/>
          </p:nvPr>
        </p:nvSpPr>
        <p:spPr>
          <a:xfrm>
            <a:off x="4726600" y="3062080"/>
            <a:ext cx="1664700" cy="4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0" name="Google Shape;380;p24"/>
          <p:cNvSpPr txBox="1">
            <a:spLocks noGrp="1"/>
          </p:cNvSpPr>
          <p:nvPr>
            <p:ph type="title" idx="7" hasCustomPrompt="1"/>
          </p:nvPr>
        </p:nvSpPr>
        <p:spPr>
          <a:xfrm>
            <a:off x="6700525" y="3062080"/>
            <a:ext cx="1664700" cy="4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1" name="Google Shape;381;p24"/>
          <p:cNvSpPr txBox="1">
            <a:spLocks noGrp="1"/>
          </p:cNvSpPr>
          <p:nvPr>
            <p:ph type="title" idx="8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24"/>
          <p:cNvSpPr/>
          <p:nvPr/>
        </p:nvSpPr>
        <p:spPr>
          <a:xfrm rot="5400000" flipH="1">
            <a:off x="-214341" y="4515948"/>
            <a:ext cx="1127845" cy="741937"/>
          </a:xfrm>
          <a:custGeom>
            <a:avLst/>
            <a:gdLst/>
            <a:ahLst/>
            <a:cxnLst/>
            <a:rect l="l" t="t" r="r" b="b"/>
            <a:pathLst>
              <a:path w="69760" h="46033" fill="none" extrusionOk="0">
                <a:moveTo>
                  <a:pt x="0" y="0"/>
                </a:moveTo>
                <a:lnTo>
                  <a:pt x="0" y="0"/>
                </a:lnTo>
                <a:cubicBezTo>
                  <a:pt x="0" y="10755"/>
                  <a:pt x="8726" y="19480"/>
                  <a:pt x="19480" y="19480"/>
                </a:cubicBezTo>
                <a:lnTo>
                  <a:pt x="50280" y="19480"/>
                </a:lnTo>
                <a:cubicBezTo>
                  <a:pt x="61035" y="19480"/>
                  <a:pt x="69760" y="28205"/>
                  <a:pt x="69760" y="38960"/>
                </a:cubicBezTo>
                <a:lnTo>
                  <a:pt x="69760" y="46032"/>
                </a:lnTo>
              </a:path>
            </a:pathLst>
          </a:custGeom>
          <a:solidFill>
            <a:schemeClr val="accent1"/>
          </a:solidFill>
          <a:ln w="285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3" name="Google Shape;383;p24"/>
          <p:cNvGrpSpPr/>
          <p:nvPr/>
        </p:nvGrpSpPr>
        <p:grpSpPr>
          <a:xfrm flipH="1">
            <a:off x="8013871" y="-385687"/>
            <a:ext cx="1135875" cy="1349306"/>
            <a:chOff x="9519" y="-14212"/>
            <a:chExt cx="1135875" cy="1349306"/>
          </a:xfrm>
        </p:grpSpPr>
        <p:sp>
          <p:nvSpPr>
            <p:cNvPr id="384" name="Google Shape;384;p24"/>
            <p:cNvSpPr/>
            <p:nvPr/>
          </p:nvSpPr>
          <p:spPr>
            <a:xfrm rot="-5400000">
              <a:off x="-77854" y="1148813"/>
              <a:ext cx="273654" cy="98908"/>
            </a:xfrm>
            <a:custGeom>
              <a:avLst/>
              <a:gdLst/>
              <a:ahLst/>
              <a:cxnLst/>
              <a:rect l="l" t="t" r="r" b="b"/>
              <a:pathLst>
                <a:path w="8224" h="2282" fill="none" extrusionOk="0">
                  <a:moveTo>
                    <a:pt x="1" y="1"/>
                  </a:moveTo>
                  <a:lnTo>
                    <a:pt x="8224" y="1"/>
                  </a:lnTo>
                  <a:lnTo>
                    <a:pt x="8224" y="2281"/>
                  </a:lnTo>
                  <a:lnTo>
                    <a:pt x="1" y="2281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4"/>
            <p:cNvSpPr/>
            <p:nvPr/>
          </p:nvSpPr>
          <p:spPr>
            <a:xfrm rot="-5400000">
              <a:off x="225906" y="1048343"/>
              <a:ext cx="59924" cy="294976"/>
            </a:xfrm>
            <a:custGeom>
              <a:avLst/>
              <a:gdLst/>
              <a:ahLst/>
              <a:cxnLst/>
              <a:rect l="l" t="t" r="r" b="b"/>
              <a:pathLst>
                <a:path w="1801" h="3307" fill="none" extrusionOk="0">
                  <a:moveTo>
                    <a:pt x="1" y="0"/>
                  </a:moveTo>
                  <a:lnTo>
                    <a:pt x="1800" y="0"/>
                  </a:lnTo>
                  <a:lnTo>
                    <a:pt x="1800" y="3306"/>
                  </a:lnTo>
                  <a:lnTo>
                    <a:pt x="1" y="3306"/>
                  </a:lnTo>
                  <a:close/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4"/>
            <p:cNvSpPr/>
            <p:nvPr/>
          </p:nvSpPr>
          <p:spPr>
            <a:xfrm rot="-5400000">
              <a:off x="566325" y="616868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87" name="Google Shape;387;p24"/>
            <p:cNvCxnSpPr/>
            <p:nvPr/>
          </p:nvCxnSpPr>
          <p:spPr>
            <a:xfrm rot="10800000">
              <a:off x="1145394" y="-14212"/>
              <a:ext cx="0" cy="7905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8" name="Google Shape;388;p24"/>
          <p:cNvGrpSpPr/>
          <p:nvPr/>
        </p:nvGrpSpPr>
        <p:grpSpPr>
          <a:xfrm>
            <a:off x="-45100" y="-387474"/>
            <a:ext cx="871339" cy="1210056"/>
            <a:chOff x="-45100" y="-387474"/>
            <a:chExt cx="871339" cy="1210056"/>
          </a:xfrm>
        </p:grpSpPr>
        <p:sp>
          <p:nvSpPr>
            <p:cNvPr id="389" name="Google Shape;389;p24"/>
            <p:cNvSpPr/>
            <p:nvPr/>
          </p:nvSpPr>
          <p:spPr>
            <a:xfrm rot="-5400000">
              <a:off x="247170" y="243607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90" name="Google Shape;390;p24"/>
            <p:cNvCxnSpPr/>
            <p:nvPr/>
          </p:nvCxnSpPr>
          <p:spPr>
            <a:xfrm rot="10800000">
              <a:off x="826239" y="-387474"/>
              <a:ext cx="0" cy="7905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1" name="Google Shape;391;p24"/>
            <p:cNvCxnSpPr/>
            <p:nvPr/>
          </p:nvCxnSpPr>
          <p:spPr>
            <a:xfrm rot="10800000">
              <a:off x="-45100" y="822563"/>
              <a:ext cx="2325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BIG_NUMBER_1_1_1_1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5"/>
          <p:cNvSpPr txBox="1">
            <a:spLocks noGrp="1"/>
          </p:cNvSpPr>
          <p:nvPr>
            <p:ph type="subTitle" idx="1"/>
          </p:nvPr>
        </p:nvSpPr>
        <p:spPr>
          <a:xfrm>
            <a:off x="1289949" y="2417949"/>
            <a:ext cx="188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subTitle" idx="2"/>
          </p:nvPr>
        </p:nvSpPr>
        <p:spPr>
          <a:xfrm>
            <a:off x="1289949" y="3535335"/>
            <a:ext cx="188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subTitle" idx="3"/>
          </p:nvPr>
        </p:nvSpPr>
        <p:spPr>
          <a:xfrm>
            <a:off x="5965575" y="2417949"/>
            <a:ext cx="188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6" name="Google Shape;396;p25"/>
          <p:cNvSpPr txBox="1">
            <a:spLocks noGrp="1"/>
          </p:cNvSpPr>
          <p:nvPr>
            <p:ph type="subTitle" idx="4"/>
          </p:nvPr>
        </p:nvSpPr>
        <p:spPr>
          <a:xfrm>
            <a:off x="5965575" y="3535335"/>
            <a:ext cx="188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7" name="Google Shape;397;p25"/>
          <p:cNvSpPr txBox="1">
            <a:spLocks noGrp="1"/>
          </p:cNvSpPr>
          <p:nvPr>
            <p:ph type="title"/>
          </p:nvPr>
        </p:nvSpPr>
        <p:spPr>
          <a:xfrm>
            <a:off x="1289953" y="3103619"/>
            <a:ext cx="1888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98" name="Google Shape;398;p25"/>
          <p:cNvSpPr txBox="1">
            <a:spLocks noGrp="1"/>
          </p:cNvSpPr>
          <p:nvPr>
            <p:ph type="title" idx="5"/>
          </p:nvPr>
        </p:nvSpPr>
        <p:spPr>
          <a:xfrm>
            <a:off x="1289949" y="1986222"/>
            <a:ext cx="1888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99" name="Google Shape;399;p25"/>
          <p:cNvSpPr txBox="1">
            <a:spLocks noGrp="1"/>
          </p:cNvSpPr>
          <p:nvPr>
            <p:ph type="title" idx="6"/>
          </p:nvPr>
        </p:nvSpPr>
        <p:spPr>
          <a:xfrm>
            <a:off x="5965576" y="1986222"/>
            <a:ext cx="1888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0" name="Google Shape;400;p25"/>
          <p:cNvSpPr txBox="1">
            <a:spLocks noGrp="1"/>
          </p:cNvSpPr>
          <p:nvPr>
            <p:ph type="title" idx="7"/>
          </p:nvPr>
        </p:nvSpPr>
        <p:spPr>
          <a:xfrm>
            <a:off x="5965576" y="3103619"/>
            <a:ext cx="1888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1" name="Google Shape;401;p25"/>
          <p:cNvSpPr txBox="1">
            <a:spLocks noGrp="1"/>
          </p:cNvSpPr>
          <p:nvPr>
            <p:ph type="title" idx="8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02" name="Google Shape;402;p25"/>
          <p:cNvGrpSpPr/>
          <p:nvPr/>
        </p:nvGrpSpPr>
        <p:grpSpPr>
          <a:xfrm>
            <a:off x="-334837" y="-1038066"/>
            <a:ext cx="9948100" cy="6810897"/>
            <a:chOff x="-334837" y="-1038066"/>
            <a:chExt cx="9948100" cy="6810897"/>
          </a:xfrm>
        </p:grpSpPr>
        <p:sp>
          <p:nvSpPr>
            <p:cNvPr id="403" name="Google Shape;403;p25"/>
            <p:cNvSpPr/>
            <p:nvPr/>
          </p:nvSpPr>
          <p:spPr>
            <a:xfrm flipH="1">
              <a:off x="8323488" y="4420623"/>
              <a:ext cx="1127845" cy="741937"/>
            </a:xfrm>
            <a:custGeom>
              <a:avLst/>
              <a:gdLst/>
              <a:ahLst/>
              <a:cxnLst/>
              <a:rect l="l" t="t" r="r" b="b"/>
              <a:pathLst>
                <a:path w="69760" h="46033" fill="none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0755"/>
                    <a:pt x="8726" y="19480"/>
                    <a:pt x="19480" y="19480"/>
                  </a:cubicBezTo>
                  <a:lnTo>
                    <a:pt x="50280" y="19480"/>
                  </a:lnTo>
                  <a:cubicBezTo>
                    <a:pt x="61035" y="19480"/>
                    <a:pt x="69760" y="28205"/>
                    <a:pt x="69760" y="38960"/>
                  </a:cubicBezTo>
                  <a:lnTo>
                    <a:pt x="69760" y="46032"/>
                  </a:lnTo>
                </a:path>
              </a:pathLst>
            </a:custGeom>
            <a:solidFill>
              <a:schemeClr val="accent1"/>
            </a:solidFill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4" name="Google Shape;404;p25"/>
            <p:cNvGrpSpPr/>
            <p:nvPr/>
          </p:nvGrpSpPr>
          <p:grpSpPr>
            <a:xfrm>
              <a:off x="-334837" y="-123600"/>
              <a:ext cx="741943" cy="946697"/>
              <a:chOff x="-334837" y="-123600"/>
              <a:chExt cx="741943" cy="946697"/>
            </a:xfrm>
          </p:grpSpPr>
          <p:sp>
            <p:nvSpPr>
              <p:cNvPr id="405" name="Google Shape;405;p25"/>
              <p:cNvSpPr/>
              <p:nvPr/>
            </p:nvSpPr>
            <p:spPr>
              <a:xfrm rot="-5400000">
                <a:off x="-171869" y="244122"/>
                <a:ext cx="416007" cy="741943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06" name="Google Shape;406;p25"/>
              <p:cNvCxnSpPr/>
              <p:nvPr/>
            </p:nvCxnSpPr>
            <p:spPr>
              <a:xfrm rot="10800000">
                <a:off x="407105" y="-123600"/>
                <a:ext cx="0" cy="5307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07" name="Google Shape;407;p25"/>
            <p:cNvGrpSpPr/>
            <p:nvPr/>
          </p:nvGrpSpPr>
          <p:grpSpPr>
            <a:xfrm>
              <a:off x="-52500" y="4322997"/>
              <a:ext cx="876363" cy="1449834"/>
              <a:chOff x="-52500" y="4322997"/>
              <a:chExt cx="876363" cy="1449834"/>
            </a:xfrm>
          </p:grpSpPr>
          <p:sp>
            <p:nvSpPr>
              <p:cNvPr id="408" name="Google Shape;408;p25"/>
              <p:cNvSpPr/>
              <p:nvPr/>
            </p:nvSpPr>
            <p:spPr>
              <a:xfrm rot="10800000">
                <a:off x="407095" y="4322997"/>
                <a:ext cx="416007" cy="741943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09" name="Google Shape;409;p25"/>
              <p:cNvCxnSpPr/>
              <p:nvPr/>
            </p:nvCxnSpPr>
            <p:spPr>
              <a:xfrm rot="10800000">
                <a:off x="823863" y="5062131"/>
                <a:ext cx="0" cy="7107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0" name="Google Shape;410;p25"/>
              <p:cNvCxnSpPr/>
              <p:nvPr/>
            </p:nvCxnSpPr>
            <p:spPr>
              <a:xfrm>
                <a:off x="-52500" y="4323000"/>
                <a:ext cx="459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11" name="Google Shape;411;p25"/>
            <p:cNvGrpSpPr/>
            <p:nvPr/>
          </p:nvGrpSpPr>
          <p:grpSpPr>
            <a:xfrm rot="10800000">
              <a:off x="8736900" y="-1038066"/>
              <a:ext cx="876363" cy="1449834"/>
              <a:chOff x="-52500" y="4322997"/>
              <a:chExt cx="876363" cy="1449834"/>
            </a:xfrm>
          </p:grpSpPr>
          <p:sp>
            <p:nvSpPr>
              <p:cNvPr id="412" name="Google Shape;412;p25"/>
              <p:cNvSpPr/>
              <p:nvPr/>
            </p:nvSpPr>
            <p:spPr>
              <a:xfrm rot="10800000">
                <a:off x="407095" y="4322997"/>
                <a:ext cx="416007" cy="741943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13" name="Google Shape;413;p25"/>
              <p:cNvCxnSpPr/>
              <p:nvPr/>
            </p:nvCxnSpPr>
            <p:spPr>
              <a:xfrm rot="10800000">
                <a:off x="823863" y="5062131"/>
                <a:ext cx="0" cy="7107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4" name="Google Shape;414;p25"/>
              <p:cNvCxnSpPr/>
              <p:nvPr/>
            </p:nvCxnSpPr>
            <p:spPr>
              <a:xfrm>
                <a:off x="-52500" y="4323000"/>
                <a:ext cx="459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IG_NUMBER_1_2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6" name="Google Shape;416;p26"/>
          <p:cNvGrpSpPr/>
          <p:nvPr/>
        </p:nvGrpSpPr>
        <p:grpSpPr>
          <a:xfrm>
            <a:off x="-76201" y="-629341"/>
            <a:ext cx="9270076" cy="5498857"/>
            <a:chOff x="-76201" y="-629341"/>
            <a:chExt cx="9270076" cy="5498857"/>
          </a:xfrm>
        </p:grpSpPr>
        <p:grpSp>
          <p:nvGrpSpPr>
            <p:cNvPr id="417" name="Google Shape;417;p26"/>
            <p:cNvGrpSpPr/>
            <p:nvPr/>
          </p:nvGrpSpPr>
          <p:grpSpPr>
            <a:xfrm>
              <a:off x="-2" y="4595863"/>
              <a:ext cx="9149652" cy="273654"/>
              <a:chOff x="-2" y="4595863"/>
              <a:chExt cx="9149652" cy="273654"/>
            </a:xfrm>
          </p:grpSpPr>
          <p:sp>
            <p:nvSpPr>
              <p:cNvPr id="418" name="Google Shape;418;p26"/>
              <p:cNvSpPr/>
              <p:nvPr/>
            </p:nvSpPr>
            <p:spPr>
              <a:xfrm rot="-5400000" flipH="1">
                <a:off x="-87375" y="4683236"/>
                <a:ext cx="273654" cy="98908"/>
              </a:xfrm>
              <a:custGeom>
                <a:avLst/>
                <a:gdLst/>
                <a:ahLst/>
                <a:cxnLst/>
                <a:rect l="l" t="t" r="r" b="b"/>
                <a:pathLst>
                  <a:path w="8224" h="2282" fill="none" extrusionOk="0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6"/>
              <p:cNvSpPr/>
              <p:nvPr/>
            </p:nvSpPr>
            <p:spPr>
              <a:xfrm rot="-5400000" flipH="1">
                <a:off x="216385" y="4587636"/>
                <a:ext cx="59924" cy="294976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3307" fill="none" extrusionOk="0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20" name="Google Shape;420;p26"/>
              <p:cNvCxnSpPr/>
              <p:nvPr/>
            </p:nvCxnSpPr>
            <p:spPr>
              <a:xfrm>
                <a:off x="393850" y="4739150"/>
                <a:ext cx="87558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21" name="Google Shape;421;p26"/>
            <p:cNvGrpSpPr/>
            <p:nvPr/>
          </p:nvGrpSpPr>
          <p:grpSpPr>
            <a:xfrm rot="10800000">
              <a:off x="8317513" y="-629341"/>
              <a:ext cx="876363" cy="1449834"/>
              <a:chOff x="-52500" y="4322997"/>
              <a:chExt cx="876363" cy="1449834"/>
            </a:xfrm>
          </p:grpSpPr>
          <p:sp>
            <p:nvSpPr>
              <p:cNvPr id="422" name="Google Shape;422;p26"/>
              <p:cNvSpPr/>
              <p:nvPr/>
            </p:nvSpPr>
            <p:spPr>
              <a:xfrm rot="10800000">
                <a:off x="407095" y="4322997"/>
                <a:ext cx="416007" cy="741943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23" name="Google Shape;423;p26"/>
              <p:cNvCxnSpPr/>
              <p:nvPr/>
            </p:nvCxnSpPr>
            <p:spPr>
              <a:xfrm rot="10800000">
                <a:off x="823863" y="5062131"/>
                <a:ext cx="0" cy="7107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4" name="Google Shape;424;p26"/>
              <p:cNvCxnSpPr/>
              <p:nvPr/>
            </p:nvCxnSpPr>
            <p:spPr>
              <a:xfrm>
                <a:off x="-52500" y="4323000"/>
                <a:ext cx="4596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25" name="Google Shape;425;p26"/>
            <p:cNvGrpSpPr/>
            <p:nvPr/>
          </p:nvGrpSpPr>
          <p:grpSpPr>
            <a:xfrm>
              <a:off x="-76201" y="-14062"/>
              <a:ext cx="917028" cy="1214162"/>
              <a:chOff x="-76200" y="-6"/>
              <a:chExt cx="917028" cy="1128718"/>
            </a:xfrm>
          </p:grpSpPr>
          <p:sp>
            <p:nvSpPr>
              <p:cNvPr id="426" name="Google Shape;426;p26"/>
              <p:cNvSpPr/>
              <p:nvPr/>
            </p:nvSpPr>
            <p:spPr>
              <a:xfrm rot="-5400000">
                <a:off x="-94062" y="192948"/>
                <a:ext cx="1127845" cy="741937"/>
              </a:xfrm>
              <a:custGeom>
                <a:avLst/>
                <a:gdLst/>
                <a:ahLst/>
                <a:cxnLst/>
                <a:rect l="l" t="t" r="r" b="b"/>
                <a:pathLst>
                  <a:path w="69760" h="46033" fill="none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10755"/>
                      <a:pt x="8726" y="19480"/>
                      <a:pt x="19480" y="19480"/>
                    </a:cubicBezTo>
                    <a:lnTo>
                      <a:pt x="50280" y="19480"/>
                    </a:lnTo>
                    <a:cubicBezTo>
                      <a:pt x="61035" y="19480"/>
                      <a:pt x="69760" y="28205"/>
                      <a:pt x="69760" y="38960"/>
                    </a:cubicBezTo>
                    <a:lnTo>
                      <a:pt x="69760" y="46032"/>
                    </a:lnTo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27" name="Google Shape;427;p26"/>
              <p:cNvCxnSpPr/>
              <p:nvPr/>
            </p:nvCxnSpPr>
            <p:spPr>
              <a:xfrm rot="10800000">
                <a:off x="-76200" y="1128713"/>
                <a:ext cx="190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28" name="Google Shape;428;p26"/>
          <p:cNvSpPr txBox="1">
            <a:spLocks noGrp="1"/>
          </p:cNvSpPr>
          <p:nvPr>
            <p:ph type="title"/>
          </p:nvPr>
        </p:nvSpPr>
        <p:spPr>
          <a:xfrm>
            <a:off x="866325" y="1903370"/>
            <a:ext cx="22761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9" name="Google Shape;429;p26"/>
          <p:cNvSpPr txBox="1">
            <a:spLocks noGrp="1"/>
          </p:cNvSpPr>
          <p:nvPr>
            <p:ph type="subTitle" idx="1"/>
          </p:nvPr>
        </p:nvSpPr>
        <p:spPr>
          <a:xfrm>
            <a:off x="866325" y="2254170"/>
            <a:ext cx="22761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30" name="Google Shape;430;p26"/>
          <p:cNvSpPr txBox="1">
            <a:spLocks noGrp="1"/>
          </p:cNvSpPr>
          <p:nvPr>
            <p:ph type="title" idx="2"/>
          </p:nvPr>
        </p:nvSpPr>
        <p:spPr>
          <a:xfrm>
            <a:off x="3433950" y="1903370"/>
            <a:ext cx="22761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1" name="Google Shape;431;p26"/>
          <p:cNvSpPr txBox="1">
            <a:spLocks noGrp="1"/>
          </p:cNvSpPr>
          <p:nvPr>
            <p:ph type="subTitle" idx="3"/>
          </p:nvPr>
        </p:nvSpPr>
        <p:spPr>
          <a:xfrm>
            <a:off x="3433950" y="2254170"/>
            <a:ext cx="22761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32" name="Google Shape;432;p26"/>
          <p:cNvSpPr txBox="1">
            <a:spLocks noGrp="1"/>
          </p:cNvSpPr>
          <p:nvPr>
            <p:ph type="title" idx="4"/>
          </p:nvPr>
        </p:nvSpPr>
        <p:spPr>
          <a:xfrm>
            <a:off x="6001575" y="1903370"/>
            <a:ext cx="22761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3" name="Google Shape;433;p26"/>
          <p:cNvSpPr txBox="1">
            <a:spLocks noGrp="1"/>
          </p:cNvSpPr>
          <p:nvPr>
            <p:ph type="subTitle" idx="5"/>
          </p:nvPr>
        </p:nvSpPr>
        <p:spPr>
          <a:xfrm>
            <a:off x="6001575" y="2254170"/>
            <a:ext cx="22761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34" name="Google Shape;434;p26"/>
          <p:cNvSpPr txBox="1">
            <a:spLocks noGrp="1"/>
          </p:cNvSpPr>
          <p:nvPr>
            <p:ph type="title" idx="6"/>
          </p:nvPr>
        </p:nvSpPr>
        <p:spPr>
          <a:xfrm>
            <a:off x="866325" y="3439970"/>
            <a:ext cx="22761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5" name="Google Shape;435;p26"/>
          <p:cNvSpPr txBox="1">
            <a:spLocks noGrp="1"/>
          </p:cNvSpPr>
          <p:nvPr>
            <p:ph type="subTitle" idx="7"/>
          </p:nvPr>
        </p:nvSpPr>
        <p:spPr>
          <a:xfrm>
            <a:off x="866325" y="3790820"/>
            <a:ext cx="22761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36" name="Google Shape;436;p26"/>
          <p:cNvSpPr txBox="1">
            <a:spLocks noGrp="1"/>
          </p:cNvSpPr>
          <p:nvPr>
            <p:ph type="title" idx="8"/>
          </p:nvPr>
        </p:nvSpPr>
        <p:spPr>
          <a:xfrm>
            <a:off x="3433950" y="3439970"/>
            <a:ext cx="22761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7" name="Google Shape;437;p26"/>
          <p:cNvSpPr txBox="1">
            <a:spLocks noGrp="1"/>
          </p:cNvSpPr>
          <p:nvPr>
            <p:ph type="subTitle" idx="9"/>
          </p:nvPr>
        </p:nvSpPr>
        <p:spPr>
          <a:xfrm>
            <a:off x="3433950" y="3790820"/>
            <a:ext cx="22761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38" name="Google Shape;438;p26"/>
          <p:cNvSpPr txBox="1">
            <a:spLocks noGrp="1"/>
          </p:cNvSpPr>
          <p:nvPr>
            <p:ph type="title" idx="13"/>
          </p:nvPr>
        </p:nvSpPr>
        <p:spPr>
          <a:xfrm>
            <a:off x="6001575" y="3439970"/>
            <a:ext cx="227610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9" name="Google Shape;439;p26"/>
          <p:cNvSpPr txBox="1">
            <a:spLocks noGrp="1"/>
          </p:cNvSpPr>
          <p:nvPr>
            <p:ph type="subTitle" idx="14"/>
          </p:nvPr>
        </p:nvSpPr>
        <p:spPr>
          <a:xfrm>
            <a:off x="6001575" y="3790820"/>
            <a:ext cx="22761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0" name="Google Shape;440;p26"/>
          <p:cNvSpPr txBox="1">
            <a:spLocks noGrp="1"/>
          </p:cNvSpPr>
          <p:nvPr>
            <p:ph type="title" idx="15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BODY_2_2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7"/>
          <p:cNvSpPr txBox="1">
            <a:spLocks noGrp="1"/>
          </p:cNvSpPr>
          <p:nvPr>
            <p:ph type="title"/>
          </p:nvPr>
        </p:nvSpPr>
        <p:spPr>
          <a:xfrm>
            <a:off x="989600" y="3135104"/>
            <a:ext cx="1838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43" name="Google Shape;443;p27"/>
          <p:cNvSpPr txBox="1">
            <a:spLocks noGrp="1"/>
          </p:cNvSpPr>
          <p:nvPr>
            <p:ph type="subTitle" idx="1"/>
          </p:nvPr>
        </p:nvSpPr>
        <p:spPr>
          <a:xfrm>
            <a:off x="1046125" y="3624773"/>
            <a:ext cx="1725600" cy="7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4" name="Google Shape;444;p27"/>
          <p:cNvSpPr txBox="1">
            <a:spLocks noGrp="1"/>
          </p:cNvSpPr>
          <p:nvPr>
            <p:ph type="title" idx="2"/>
          </p:nvPr>
        </p:nvSpPr>
        <p:spPr>
          <a:xfrm>
            <a:off x="3652650" y="3135104"/>
            <a:ext cx="1838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45" name="Google Shape;445;p27"/>
          <p:cNvSpPr txBox="1">
            <a:spLocks noGrp="1"/>
          </p:cNvSpPr>
          <p:nvPr>
            <p:ph type="subTitle" idx="3"/>
          </p:nvPr>
        </p:nvSpPr>
        <p:spPr>
          <a:xfrm>
            <a:off x="3713425" y="3624773"/>
            <a:ext cx="1725600" cy="7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6" name="Google Shape;446;p27"/>
          <p:cNvSpPr txBox="1">
            <a:spLocks noGrp="1"/>
          </p:cNvSpPr>
          <p:nvPr>
            <p:ph type="title" idx="4"/>
          </p:nvPr>
        </p:nvSpPr>
        <p:spPr>
          <a:xfrm>
            <a:off x="6315700" y="3135104"/>
            <a:ext cx="1838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47" name="Google Shape;447;p27"/>
          <p:cNvSpPr txBox="1">
            <a:spLocks noGrp="1"/>
          </p:cNvSpPr>
          <p:nvPr>
            <p:ph type="subTitle" idx="5"/>
          </p:nvPr>
        </p:nvSpPr>
        <p:spPr>
          <a:xfrm>
            <a:off x="6372275" y="3624773"/>
            <a:ext cx="1725600" cy="7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8" name="Google Shape;448;p27"/>
          <p:cNvSpPr txBox="1">
            <a:spLocks noGrp="1"/>
          </p:cNvSpPr>
          <p:nvPr>
            <p:ph type="title" idx="6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cxnSp>
        <p:nvCxnSpPr>
          <p:cNvPr id="449" name="Google Shape;449;p27"/>
          <p:cNvCxnSpPr/>
          <p:nvPr/>
        </p:nvCxnSpPr>
        <p:spPr>
          <a:xfrm>
            <a:off x="400050" y="-9525"/>
            <a:ext cx="0" cy="5172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50" name="Google Shape;450;p27"/>
          <p:cNvGrpSpPr/>
          <p:nvPr/>
        </p:nvGrpSpPr>
        <p:grpSpPr>
          <a:xfrm>
            <a:off x="8323503" y="-66600"/>
            <a:ext cx="1212437" cy="887103"/>
            <a:chOff x="8323503" y="-66600"/>
            <a:chExt cx="1212437" cy="887103"/>
          </a:xfrm>
        </p:grpSpPr>
        <p:grpSp>
          <p:nvGrpSpPr>
            <p:cNvPr id="451" name="Google Shape;451;p27"/>
            <p:cNvGrpSpPr/>
            <p:nvPr/>
          </p:nvGrpSpPr>
          <p:grpSpPr>
            <a:xfrm rot="5400000">
              <a:off x="8558703" y="-156734"/>
              <a:ext cx="742037" cy="1212437"/>
              <a:chOff x="403357" y="-16594"/>
              <a:chExt cx="742037" cy="1212437"/>
            </a:xfrm>
          </p:grpSpPr>
          <p:sp>
            <p:nvSpPr>
              <p:cNvPr id="452" name="Google Shape;452;p27"/>
              <p:cNvSpPr/>
              <p:nvPr/>
            </p:nvSpPr>
            <p:spPr>
              <a:xfrm rot="-5400000">
                <a:off x="566325" y="616868"/>
                <a:ext cx="416007" cy="741943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53" name="Google Shape;453;p27"/>
              <p:cNvCxnSpPr/>
              <p:nvPr/>
            </p:nvCxnSpPr>
            <p:spPr>
              <a:xfrm rot="10800000">
                <a:off x="1145394" y="-16594"/>
                <a:ext cx="0" cy="7905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454" name="Google Shape;454;p27"/>
            <p:cNvCxnSpPr/>
            <p:nvPr/>
          </p:nvCxnSpPr>
          <p:spPr>
            <a:xfrm rot="10800000">
              <a:off x="8323644" y="-66600"/>
              <a:ext cx="0" cy="219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ONE_COLUMN_TEXT_2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8"/>
          <p:cNvSpPr txBox="1">
            <a:spLocks noGrp="1"/>
          </p:cNvSpPr>
          <p:nvPr>
            <p:ph type="title"/>
          </p:nvPr>
        </p:nvSpPr>
        <p:spPr>
          <a:xfrm>
            <a:off x="1655575" y="619076"/>
            <a:ext cx="5832900" cy="113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28"/>
          <p:cNvSpPr txBox="1">
            <a:spLocks noGrp="1"/>
          </p:cNvSpPr>
          <p:nvPr>
            <p:ph type="subTitle" idx="1"/>
          </p:nvPr>
        </p:nvSpPr>
        <p:spPr>
          <a:xfrm>
            <a:off x="2830675" y="1960829"/>
            <a:ext cx="3482700" cy="11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8" name="Google Shape;458;p28"/>
          <p:cNvSpPr txBox="1"/>
          <p:nvPr/>
        </p:nvSpPr>
        <p:spPr>
          <a:xfrm>
            <a:off x="2544025" y="3833449"/>
            <a:ext cx="4056000" cy="5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Karla"/>
                <a:ea typeface="Karla"/>
                <a:cs typeface="Karla"/>
                <a:sym typeface="Karla"/>
              </a:rPr>
              <a:t>CREDITS: This presentation template was created by </a:t>
            </a:r>
            <a:r>
              <a:rPr lang="en" sz="1000" b="1">
                <a:solidFill>
                  <a:schemeClr val="accent2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2"/>
                </a:solidFill>
                <a:latin typeface="Karla"/>
                <a:ea typeface="Karla"/>
                <a:cs typeface="Karla"/>
                <a:sym typeface="Karla"/>
              </a:rPr>
              <a:t>, including icons by </a:t>
            </a:r>
            <a:r>
              <a:rPr lang="en" sz="1000" b="1">
                <a:solidFill>
                  <a:schemeClr val="accent2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2"/>
                </a:solidFill>
                <a:latin typeface="Karla"/>
                <a:ea typeface="Karla"/>
                <a:cs typeface="Karla"/>
                <a:sym typeface="Karla"/>
              </a:rPr>
              <a:t>, infographics &amp; images by </a:t>
            </a:r>
            <a:r>
              <a:rPr lang="en" sz="1000" b="1">
                <a:solidFill>
                  <a:schemeClr val="accent2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2"/>
                </a:solidFill>
                <a:latin typeface="Karla"/>
                <a:ea typeface="Karla"/>
                <a:cs typeface="Karla"/>
                <a:sym typeface="Karla"/>
              </a:rPr>
              <a:t> and illustrations by </a:t>
            </a:r>
            <a:r>
              <a:rPr lang="en" sz="1000" b="1">
                <a:solidFill>
                  <a:schemeClr val="accent2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 sz="1000" b="1">
              <a:solidFill>
                <a:schemeClr val="accent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459" name="Google Shape;459;p28"/>
          <p:cNvGrpSpPr/>
          <p:nvPr/>
        </p:nvGrpSpPr>
        <p:grpSpPr>
          <a:xfrm>
            <a:off x="8600077" y="12"/>
            <a:ext cx="273654" cy="2906463"/>
            <a:chOff x="270152" y="9537"/>
            <a:chExt cx="273654" cy="2906463"/>
          </a:xfrm>
        </p:grpSpPr>
        <p:grpSp>
          <p:nvGrpSpPr>
            <p:cNvPr id="460" name="Google Shape;460;p28"/>
            <p:cNvGrpSpPr/>
            <p:nvPr/>
          </p:nvGrpSpPr>
          <p:grpSpPr>
            <a:xfrm>
              <a:off x="270152" y="9537"/>
              <a:ext cx="273654" cy="393837"/>
              <a:chOff x="274914" y="8562"/>
              <a:chExt cx="273654" cy="393837"/>
            </a:xfrm>
          </p:grpSpPr>
          <p:sp>
            <p:nvSpPr>
              <p:cNvPr id="461" name="Google Shape;461;p28"/>
              <p:cNvSpPr/>
              <p:nvPr/>
            </p:nvSpPr>
            <p:spPr>
              <a:xfrm>
                <a:off x="274914" y="8562"/>
                <a:ext cx="273654" cy="98908"/>
              </a:xfrm>
              <a:custGeom>
                <a:avLst/>
                <a:gdLst/>
                <a:ahLst/>
                <a:cxnLst/>
                <a:rect l="l" t="t" r="r" b="b"/>
                <a:pathLst>
                  <a:path w="8224" h="2282" fill="none" extrusionOk="0">
                    <a:moveTo>
                      <a:pt x="1" y="1"/>
                    </a:moveTo>
                    <a:lnTo>
                      <a:pt x="8224" y="1"/>
                    </a:lnTo>
                    <a:lnTo>
                      <a:pt x="8224" y="2281"/>
                    </a:lnTo>
                    <a:lnTo>
                      <a:pt x="1" y="2281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8"/>
              <p:cNvSpPr/>
              <p:nvPr/>
            </p:nvSpPr>
            <p:spPr>
              <a:xfrm>
                <a:off x="384214" y="107423"/>
                <a:ext cx="59924" cy="294976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3307" fill="none" extrusionOk="0">
                    <a:moveTo>
                      <a:pt x="1" y="0"/>
                    </a:moveTo>
                    <a:lnTo>
                      <a:pt x="1800" y="0"/>
                    </a:lnTo>
                    <a:lnTo>
                      <a:pt x="1800" y="3306"/>
                    </a:lnTo>
                    <a:lnTo>
                      <a:pt x="1" y="3306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63" name="Google Shape;463;p28"/>
            <p:cNvCxnSpPr/>
            <p:nvPr/>
          </p:nvCxnSpPr>
          <p:spPr>
            <a:xfrm rot="10800000">
              <a:off x="407100" y="414300"/>
              <a:ext cx="0" cy="2501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4" name="Google Shape;464;p28"/>
          <p:cNvGrpSpPr/>
          <p:nvPr/>
        </p:nvGrpSpPr>
        <p:grpSpPr>
          <a:xfrm rot="10800000" flipH="1">
            <a:off x="8319973" y="2873159"/>
            <a:ext cx="416930" cy="1452634"/>
            <a:chOff x="408008" y="4320197"/>
            <a:chExt cx="416930" cy="1452634"/>
          </a:xfrm>
        </p:grpSpPr>
        <p:sp>
          <p:nvSpPr>
            <p:cNvPr id="465" name="Google Shape;465;p28"/>
            <p:cNvSpPr/>
            <p:nvPr/>
          </p:nvSpPr>
          <p:spPr>
            <a:xfrm rot="10800000">
              <a:off x="408008" y="4320197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6" name="Google Shape;466;p28"/>
            <p:cNvCxnSpPr/>
            <p:nvPr/>
          </p:nvCxnSpPr>
          <p:spPr>
            <a:xfrm rot="10800000">
              <a:off x="824938" y="5062131"/>
              <a:ext cx="0" cy="71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67" name="Google Shape;467;p28"/>
          <p:cNvGrpSpPr/>
          <p:nvPr/>
        </p:nvGrpSpPr>
        <p:grpSpPr>
          <a:xfrm flipH="1">
            <a:off x="7957972" y="4325809"/>
            <a:ext cx="416007" cy="1449834"/>
            <a:chOff x="407095" y="4322997"/>
            <a:chExt cx="416007" cy="1449834"/>
          </a:xfrm>
        </p:grpSpPr>
        <p:sp>
          <p:nvSpPr>
            <p:cNvPr id="468" name="Google Shape;468;p28"/>
            <p:cNvSpPr/>
            <p:nvPr/>
          </p:nvSpPr>
          <p:spPr>
            <a:xfrm rot="10800000">
              <a:off x="407095" y="4322997"/>
              <a:ext cx="416007" cy="741943"/>
            </a:xfrm>
            <a:custGeom>
              <a:avLst/>
              <a:gdLst/>
              <a:ahLst/>
              <a:cxnLst/>
              <a:rect l="l" t="t" r="r" b="b"/>
              <a:pathLst>
                <a:path w="16217" h="27160" fill="none" extrusionOk="0">
                  <a:moveTo>
                    <a:pt x="1" y="1"/>
                  </a:moveTo>
                  <a:lnTo>
                    <a:pt x="1" y="13475"/>
                  </a:lnTo>
                  <a:cubicBezTo>
                    <a:pt x="1" y="21029"/>
                    <a:pt x="6110" y="27159"/>
                    <a:pt x="13685" y="27159"/>
                  </a:cubicBezTo>
                  <a:lnTo>
                    <a:pt x="16216" y="27159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209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69" name="Google Shape;469;p28"/>
            <p:cNvCxnSpPr/>
            <p:nvPr/>
          </p:nvCxnSpPr>
          <p:spPr>
            <a:xfrm rot="10800000">
              <a:off x="823088" y="5062131"/>
              <a:ext cx="0" cy="71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70" name="Google Shape;470;p28"/>
          <p:cNvSpPr/>
          <p:nvPr/>
        </p:nvSpPr>
        <p:spPr>
          <a:xfrm rot="5400000">
            <a:off x="-2399275" y="2350075"/>
            <a:ext cx="5182200" cy="4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1" name="Google Shape;471;p28"/>
          <p:cNvGrpSpPr/>
          <p:nvPr/>
        </p:nvGrpSpPr>
        <p:grpSpPr>
          <a:xfrm>
            <a:off x="505625" y="-89200"/>
            <a:ext cx="7388785" cy="5524475"/>
            <a:chOff x="505625" y="-394000"/>
            <a:chExt cx="7388785" cy="5524475"/>
          </a:xfrm>
        </p:grpSpPr>
        <p:grpSp>
          <p:nvGrpSpPr>
            <p:cNvPr id="472" name="Google Shape;472;p28"/>
            <p:cNvGrpSpPr/>
            <p:nvPr/>
          </p:nvGrpSpPr>
          <p:grpSpPr>
            <a:xfrm>
              <a:off x="505625" y="411266"/>
              <a:ext cx="1951583" cy="4719209"/>
              <a:chOff x="505625" y="411266"/>
              <a:chExt cx="1951583" cy="4719209"/>
            </a:xfrm>
          </p:grpSpPr>
          <p:grpSp>
            <p:nvGrpSpPr>
              <p:cNvPr id="473" name="Google Shape;473;p28"/>
              <p:cNvGrpSpPr/>
              <p:nvPr/>
            </p:nvGrpSpPr>
            <p:grpSpPr>
              <a:xfrm>
                <a:off x="1273422" y="1135678"/>
                <a:ext cx="1183786" cy="1574424"/>
                <a:chOff x="1655300" y="1940050"/>
                <a:chExt cx="1183786" cy="1574424"/>
              </a:xfrm>
            </p:grpSpPr>
            <p:sp>
              <p:nvSpPr>
                <p:cNvPr id="474" name="Google Shape;474;p28"/>
                <p:cNvSpPr/>
                <p:nvPr/>
              </p:nvSpPr>
              <p:spPr>
                <a:xfrm>
                  <a:off x="1655300" y="2765876"/>
                  <a:ext cx="416007" cy="74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5" name="Google Shape;475;p28"/>
                <p:cNvSpPr/>
                <p:nvPr/>
              </p:nvSpPr>
              <p:spPr>
                <a:xfrm flipH="1">
                  <a:off x="2007073" y="2765876"/>
                  <a:ext cx="416007" cy="74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6" name="Google Shape;476;p28"/>
                <p:cNvSpPr/>
                <p:nvPr/>
              </p:nvSpPr>
              <p:spPr>
                <a:xfrm rot="10800000" flipH="1">
                  <a:off x="2423080" y="2386808"/>
                  <a:ext cx="416007" cy="752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77" name="Google Shape;477;p28"/>
                <p:cNvCxnSpPr/>
                <p:nvPr/>
              </p:nvCxnSpPr>
              <p:spPr>
                <a:xfrm rot="10800000">
                  <a:off x="1655300" y="1940050"/>
                  <a:ext cx="0" cy="862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478" name="Google Shape;478;p28"/>
              <p:cNvCxnSpPr/>
              <p:nvPr/>
            </p:nvCxnSpPr>
            <p:spPr>
              <a:xfrm>
                <a:off x="505625" y="1085575"/>
                <a:ext cx="0" cy="4044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479" name="Google Shape;479;p28"/>
              <p:cNvGrpSpPr/>
              <p:nvPr/>
            </p:nvGrpSpPr>
            <p:grpSpPr>
              <a:xfrm rot="10800000" flipH="1">
                <a:off x="505634" y="411266"/>
                <a:ext cx="767780" cy="1574424"/>
                <a:chOff x="1655300" y="1940050"/>
                <a:chExt cx="767780" cy="1574424"/>
              </a:xfrm>
            </p:grpSpPr>
            <p:sp>
              <p:nvSpPr>
                <p:cNvPr id="480" name="Google Shape;480;p28"/>
                <p:cNvSpPr/>
                <p:nvPr/>
              </p:nvSpPr>
              <p:spPr>
                <a:xfrm>
                  <a:off x="1655300" y="2765876"/>
                  <a:ext cx="416007" cy="74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28"/>
                <p:cNvSpPr/>
                <p:nvPr/>
              </p:nvSpPr>
              <p:spPr>
                <a:xfrm flipH="1">
                  <a:off x="2007073" y="2765876"/>
                  <a:ext cx="416007" cy="74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82" name="Google Shape;482;p28"/>
                <p:cNvCxnSpPr/>
                <p:nvPr/>
              </p:nvCxnSpPr>
              <p:spPr>
                <a:xfrm rot="10800000">
                  <a:off x="1655300" y="1940050"/>
                  <a:ext cx="0" cy="8622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483" name="Google Shape;483;p28"/>
            <p:cNvGrpSpPr/>
            <p:nvPr/>
          </p:nvGrpSpPr>
          <p:grpSpPr>
            <a:xfrm>
              <a:off x="2463225" y="-394000"/>
              <a:ext cx="5431185" cy="3510266"/>
              <a:chOff x="2463225" y="-394000"/>
              <a:chExt cx="5431185" cy="3510266"/>
            </a:xfrm>
          </p:grpSpPr>
          <p:cxnSp>
            <p:nvCxnSpPr>
              <p:cNvPr id="484" name="Google Shape;484;p28"/>
              <p:cNvCxnSpPr/>
              <p:nvPr/>
            </p:nvCxnSpPr>
            <p:spPr>
              <a:xfrm>
                <a:off x="2463225" y="1583000"/>
                <a:ext cx="41958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485" name="Google Shape;485;p28"/>
              <p:cNvGrpSpPr/>
              <p:nvPr/>
            </p:nvGrpSpPr>
            <p:grpSpPr>
              <a:xfrm>
                <a:off x="7075035" y="-394000"/>
                <a:ext cx="819375" cy="3510266"/>
                <a:chOff x="7486512" y="-1857850"/>
                <a:chExt cx="819375" cy="3510266"/>
              </a:xfrm>
            </p:grpSpPr>
            <p:sp>
              <p:nvSpPr>
                <p:cNvPr id="486" name="Google Shape;486;p28"/>
                <p:cNvSpPr/>
                <p:nvPr/>
              </p:nvSpPr>
              <p:spPr>
                <a:xfrm>
                  <a:off x="7488474" y="910473"/>
                  <a:ext cx="416007" cy="741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28"/>
                <p:cNvSpPr/>
                <p:nvPr/>
              </p:nvSpPr>
              <p:spPr>
                <a:xfrm flipH="1">
                  <a:off x="7889874" y="910473"/>
                  <a:ext cx="416007" cy="741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88" name="Google Shape;488;p28"/>
                <p:cNvCxnSpPr/>
                <p:nvPr/>
              </p:nvCxnSpPr>
              <p:spPr>
                <a:xfrm rot="10800000">
                  <a:off x="7486512" y="495050"/>
                  <a:ext cx="0" cy="441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89" name="Google Shape;489;p28"/>
                <p:cNvCxnSpPr/>
                <p:nvPr/>
              </p:nvCxnSpPr>
              <p:spPr>
                <a:xfrm rot="10800000">
                  <a:off x="8305887" y="-1857850"/>
                  <a:ext cx="0" cy="27948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490" name="Google Shape;490;p28"/>
              <p:cNvSpPr/>
              <p:nvPr/>
            </p:nvSpPr>
            <p:spPr>
              <a:xfrm rot="10800000">
                <a:off x="6659022" y="1583147"/>
                <a:ext cx="416007" cy="741943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ONE_COLUMN_TEXT_2_1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">
    <p:bg>
      <p:bgPr>
        <a:solidFill>
          <a:schemeClr val="lt2"/>
        </a:solidFill>
        <a:effectLst/>
      </p:bgPr>
    </p:bg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Rajdhani"/>
              <a:buNone/>
              <a:defRPr sz="4500" b="1">
                <a:solidFill>
                  <a:schemeClr val="accen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sz="3500" b="1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sz="3500" b="1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sz="3500" b="1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sz="3500" b="1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sz="3500" b="1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sz="3500" b="1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sz="3500" b="1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Rajdhani"/>
              <a:buNone/>
              <a:defRPr sz="3500" b="1">
                <a:solidFill>
                  <a:schemeClr val="accent1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/>
              <a:buChar char="●"/>
              <a:defRPr sz="18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1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95" name="Google Shape;495;p3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3"/>
          <p:cNvSpPr txBox="1">
            <a:spLocks noGrp="1"/>
          </p:cNvSpPr>
          <p:nvPr>
            <p:ph type="ctrTitle"/>
          </p:nvPr>
        </p:nvSpPr>
        <p:spPr>
          <a:xfrm>
            <a:off x="2457450" y="816429"/>
            <a:ext cx="4061414" cy="23467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Blood Bridge</a:t>
            </a:r>
            <a:endParaRPr sz="9600" dirty="0"/>
          </a:p>
        </p:txBody>
      </p:sp>
      <p:sp>
        <p:nvSpPr>
          <p:cNvPr id="502" name="Google Shape;502;p33"/>
          <p:cNvSpPr txBox="1">
            <a:spLocks noGrp="1"/>
          </p:cNvSpPr>
          <p:nvPr>
            <p:ph type="subTitle" idx="1"/>
          </p:nvPr>
        </p:nvSpPr>
        <p:spPr>
          <a:xfrm>
            <a:off x="3398400" y="3484345"/>
            <a:ext cx="2373750" cy="8427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Shreya Dhakal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Gambhir Shrestha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Reegzen</a:t>
            </a:r>
            <a:r>
              <a:rPr lang="en-US" dirty="0"/>
              <a:t> Sangmo Thing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7"/>
          <p:cNvSpPr txBox="1">
            <a:spLocks noGrp="1"/>
          </p:cNvSpPr>
          <p:nvPr>
            <p:ph type="body" idx="1"/>
          </p:nvPr>
        </p:nvSpPr>
        <p:spPr>
          <a:xfrm>
            <a:off x="661306" y="840217"/>
            <a:ext cx="3910693" cy="16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4000" lvl="0" algn="l"/>
            <a:r>
              <a:rPr lang="en-US" sz="1800" dirty="0"/>
              <a:t>Connects Nepal's blood donors with seekers.</a:t>
            </a:r>
          </a:p>
          <a:p>
            <a:pPr marL="414000" lvl="0" algn="l"/>
            <a:r>
              <a:rPr lang="en-US" sz="1800" dirty="0"/>
              <a:t>Registers verified donor details online.</a:t>
            </a:r>
          </a:p>
          <a:p>
            <a:pPr marL="414000" lvl="0" algn="l"/>
            <a:r>
              <a:rPr lang="en-US" sz="1800" dirty="0"/>
              <a:t>Filters searches by group and district.</a:t>
            </a:r>
          </a:p>
          <a:p>
            <a:pPr marL="414000" lvl="0" algn="l"/>
            <a:r>
              <a:rPr lang="en-US" sz="1800" dirty="0"/>
              <a:t>Dispatches urgent blood requests instantly.</a:t>
            </a:r>
          </a:p>
          <a:p>
            <a:pPr marL="414000" lvl="0" algn="l"/>
            <a:r>
              <a:rPr lang="en-US" sz="1800" dirty="0"/>
              <a:t>Built using HTML, CSS, JavaScript.</a:t>
            </a:r>
          </a:p>
          <a:p>
            <a:pPr marL="414000" lvl="0" algn="l"/>
            <a:r>
              <a:rPr lang="en-US" sz="1800" dirty="0"/>
              <a:t>Operates fast, simple, and free.</a:t>
            </a:r>
          </a:p>
          <a:p>
            <a:pPr marL="4140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800" dirty="0"/>
          </a:p>
        </p:txBody>
      </p:sp>
      <p:sp>
        <p:nvSpPr>
          <p:cNvPr id="599" name="Google Shape;599;p37"/>
          <p:cNvSpPr txBox="1">
            <a:spLocks noGrp="1"/>
          </p:cNvSpPr>
          <p:nvPr>
            <p:ph type="title"/>
          </p:nvPr>
        </p:nvSpPr>
        <p:spPr>
          <a:xfrm>
            <a:off x="604157" y="207037"/>
            <a:ext cx="3967843" cy="7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Introduction</a:t>
            </a:r>
            <a:endParaRPr sz="5400" dirty="0"/>
          </a:p>
        </p:txBody>
      </p:sp>
      <p:pic>
        <p:nvPicPr>
          <p:cNvPr id="600" name="Google Shape;600;p37"/>
          <p:cNvPicPr preferRelativeResize="0"/>
          <p:nvPr/>
        </p:nvPicPr>
        <p:blipFill rotWithShape="1">
          <a:blip r:embed="rId3">
            <a:alphaModFix/>
          </a:blip>
          <a:srcRect l="49899" t="6011" r="7950" b="9686"/>
          <a:stretch/>
        </p:blipFill>
        <p:spPr>
          <a:xfrm>
            <a:off x="4572000" y="4775"/>
            <a:ext cx="4572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1" name="Google Shape;601;p37"/>
          <p:cNvGrpSpPr/>
          <p:nvPr/>
        </p:nvGrpSpPr>
        <p:grpSpPr>
          <a:xfrm>
            <a:off x="1653938" y="4528600"/>
            <a:ext cx="306460" cy="525751"/>
            <a:chOff x="5559675" y="3999406"/>
            <a:chExt cx="227192" cy="389734"/>
          </a:xfrm>
        </p:grpSpPr>
        <p:sp>
          <p:nvSpPr>
            <p:cNvPr id="602" name="Google Shape;602;p37"/>
            <p:cNvSpPr/>
            <p:nvPr/>
          </p:nvSpPr>
          <p:spPr>
            <a:xfrm>
              <a:off x="5559675" y="4205150"/>
              <a:ext cx="114900" cy="1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7"/>
            <p:cNvSpPr/>
            <p:nvPr/>
          </p:nvSpPr>
          <p:spPr>
            <a:xfrm>
              <a:off x="5650108" y="4182498"/>
              <a:ext cx="68399" cy="68399"/>
            </a:xfrm>
            <a:custGeom>
              <a:avLst/>
              <a:gdLst/>
              <a:ahLst/>
              <a:cxnLst/>
              <a:rect l="l" t="t" r="r" b="b"/>
              <a:pathLst>
                <a:path w="1884" h="1884" extrusionOk="0">
                  <a:moveTo>
                    <a:pt x="629" y="0"/>
                  </a:moveTo>
                  <a:lnTo>
                    <a:pt x="629" y="628"/>
                  </a:lnTo>
                  <a:lnTo>
                    <a:pt x="1" y="628"/>
                  </a:lnTo>
                  <a:lnTo>
                    <a:pt x="1" y="1256"/>
                  </a:lnTo>
                  <a:lnTo>
                    <a:pt x="629" y="1256"/>
                  </a:lnTo>
                  <a:lnTo>
                    <a:pt x="629" y="1883"/>
                  </a:lnTo>
                  <a:lnTo>
                    <a:pt x="1256" y="1883"/>
                  </a:lnTo>
                  <a:lnTo>
                    <a:pt x="1256" y="1256"/>
                  </a:lnTo>
                  <a:lnTo>
                    <a:pt x="1884" y="1256"/>
                  </a:lnTo>
                  <a:lnTo>
                    <a:pt x="1884" y="628"/>
                  </a:lnTo>
                  <a:lnTo>
                    <a:pt x="1256" y="628"/>
                  </a:lnTo>
                  <a:lnTo>
                    <a:pt x="12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7"/>
            <p:cNvSpPr/>
            <p:nvPr/>
          </p:nvSpPr>
          <p:spPr>
            <a:xfrm>
              <a:off x="5581744" y="3999406"/>
              <a:ext cx="205123" cy="389734"/>
            </a:xfrm>
            <a:custGeom>
              <a:avLst/>
              <a:gdLst/>
              <a:ahLst/>
              <a:cxnLst/>
              <a:rect l="l" t="t" r="r" b="b"/>
              <a:pathLst>
                <a:path w="5650" h="10735" extrusionOk="0">
                  <a:moveTo>
                    <a:pt x="1256" y="628"/>
                  </a:moveTo>
                  <a:lnTo>
                    <a:pt x="1256" y="1884"/>
                  </a:lnTo>
                  <a:lnTo>
                    <a:pt x="628" y="1884"/>
                  </a:lnTo>
                  <a:lnTo>
                    <a:pt x="628" y="628"/>
                  </a:lnTo>
                  <a:close/>
                  <a:moveTo>
                    <a:pt x="2512" y="628"/>
                  </a:moveTo>
                  <a:lnTo>
                    <a:pt x="2512" y="1884"/>
                  </a:lnTo>
                  <a:lnTo>
                    <a:pt x="1884" y="1884"/>
                  </a:lnTo>
                  <a:lnTo>
                    <a:pt x="1884" y="628"/>
                  </a:lnTo>
                  <a:close/>
                  <a:moveTo>
                    <a:pt x="3767" y="628"/>
                  </a:moveTo>
                  <a:lnTo>
                    <a:pt x="3767" y="1884"/>
                  </a:lnTo>
                  <a:lnTo>
                    <a:pt x="3139" y="1884"/>
                  </a:lnTo>
                  <a:lnTo>
                    <a:pt x="3139" y="628"/>
                  </a:lnTo>
                  <a:close/>
                  <a:moveTo>
                    <a:pt x="5022" y="628"/>
                  </a:moveTo>
                  <a:lnTo>
                    <a:pt x="5022" y="1884"/>
                  </a:lnTo>
                  <a:lnTo>
                    <a:pt x="4395" y="1884"/>
                  </a:lnTo>
                  <a:lnTo>
                    <a:pt x="4395" y="628"/>
                  </a:lnTo>
                  <a:close/>
                  <a:moveTo>
                    <a:pt x="4395" y="2512"/>
                  </a:moveTo>
                  <a:lnTo>
                    <a:pt x="4395" y="3788"/>
                  </a:lnTo>
                  <a:lnTo>
                    <a:pt x="1256" y="3788"/>
                  </a:lnTo>
                  <a:lnTo>
                    <a:pt x="1256" y="2512"/>
                  </a:lnTo>
                  <a:close/>
                  <a:moveTo>
                    <a:pt x="4395" y="4416"/>
                  </a:moveTo>
                  <a:lnTo>
                    <a:pt x="4395" y="7596"/>
                  </a:lnTo>
                  <a:lnTo>
                    <a:pt x="1256" y="7596"/>
                  </a:lnTo>
                  <a:lnTo>
                    <a:pt x="1256" y="4416"/>
                  </a:lnTo>
                  <a:close/>
                  <a:moveTo>
                    <a:pt x="4395" y="8224"/>
                  </a:moveTo>
                  <a:lnTo>
                    <a:pt x="4395" y="8538"/>
                  </a:lnTo>
                  <a:cubicBezTo>
                    <a:pt x="4395" y="9395"/>
                    <a:pt x="3683" y="10107"/>
                    <a:pt x="2825" y="10107"/>
                  </a:cubicBezTo>
                  <a:cubicBezTo>
                    <a:pt x="1947" y="10107"/>
                    <a:pt x="1256" y="9395"/>
                    <a:pt x="1256" y="8538"/>
                  </a:cubicBezTo>
                  <a:lnTo>
                    <a:pt x="1256" y="8224"/>
                  </a:lnTo>
                  <a:close/>
                  <a:moveTo>
                    <a:pt x="1" y="1"/>
                  </a:moveTo>
                  <a:lnTo>
                    <a:pt x="1" y="2512"/>
                  </a:lnTo>
                  <a:lnTo>
                    <a:pt x="628" y="2512"/>
                  </a:lnTo>
                  <a:lnTo>
                    <a:pt x="628" y="8538"/>
                  </a:lnTo>
                  <a:cubicBezTo>
                    <a:pt x="628" y="9751"/>
                    <a:pt x="1612" y="10735"/>
                    <a:pt x="2825" y="10735"/>
                  </a:cubicBezTo>
                  <a:cubicBezTo>
                    <a:pt x="4039" y="10735"/>
                    <a:pt x="5022" y="9751"/>
                    <a:pt x="5022" y="8538"/>
                  </a:cubicBezTo>
                  <a:lnTo>
                    <a:pt x="5022" y="2512"/>
                  </a:lnTo>
                  <a:lnTo>
                    <a:pt x="5650" y="2512"/>
                  </a:lnTo>
                  <a:lnTo>
                    <a:pt x="56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" name="Google Shape;605;p37"/>
          <p:cNvGrpSpPr/>
          <p:nvPr/>
        </p:nvGrpSpPr>
        <p:grpSpPr>
          <a:xfrm>
            <a:off x="2217113" y="4528600"/>
            <a:ext cx="306460" cy="525751"/>
            <a:chOff x="5559675" y="3999406"/>
            <a:chExt cx="227192" cy="389734"/>
          </a:xfrm>
        </p:grpSpPr>
        <p:sp>
          <p:nvSpPr>
            <p:cNvPr id="606" name="Google Shape;606;p37"/>
            <p:cNvSpPr/>
            <p:nvPr/>
          </p:nvSpPr>
          <p:spPr>
            <a:xfrm>
              <a:off x="5559675" y="4205150"/>
              <a:ext cx="114900" cy="1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7"/>
            <p:cNvSpPr/>
            <p:nvPr/>
          </p:nvSpPr>
          <p:spPr>
            <a:xfrm>
              <a:off x="5650108" y="4182498"/>
              <a:ext cx="68399" cy="68399"/>
            </a:xfrm>
            <a:custGeom>
              <a:avLst/>
              <a:gdLst/>
              <a:ahLst/>
              <a:cxnLst/>
              <a:rect l="l" t="t" r="r" b="b"/>
              <a:pathLst>
                <a:path w="1884" h="1884" extrusionOk="0">
                  <a:moveTo>
                    <a:pt x="629" y="0"/>
                  </a:moveTo>
                  <a:lnTo>
                    <a:pt x="629" y="628"/>
                  </a:lnTo>
                  <a:lnTo>
                    <a:pt x="1" y="628"/>
                  </a:lnTo>
                  <a:lnTo>
                    <a:pt x="1" y="1256"/>
                  </a:lnTo>
                  <a:lnTo>
                    <a:pt x="629" y="1256"/>
                  </a:lnTo>
                  <a:lnTo>
                    <a:pt x="629" y="1883"/>
                  </a:lnTo>
                  <a:lnTo>
                    <a:pt x="1256" y="1883"/>
                  </a:lnTo>
                  <a:lnTo>
                    <a:pt x="1256" y="1256"/>
                  </a:lnTo>
                  <a:lnTo>
                    <a:pt x="1884" y="1256"/>
                  </a:lnTo>
                  <a:lnTo>
                    <a:pt x="1884" y="628"/>
                  </a:lnTo>
                  <a:lnTo>
                    <a:pt x="1256" y="628"/>
                  </a:lnTo>
                  <a:lnTo>
                    <a:pt x="12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7"/>
            <p:cNvSpPr/>
            <p:nvPr/>
          </p:nvSpPr>
          <p:spPr>
            <a:xfrm>
              <a:off x="5581744" y="3999406"/>
              <a:ext cx="205123" cy="389734"/>
            </a:xfrm>
            <a:custGeom>
              <a:avLst/>
              <a:gdLst/>
              <a:ahLst/>
              <a:cxnLst/>
              <a:rect l="l" t="t" r="r" b="b"/>
              <a:pathLst>
                <a:path w="5650" h="10735" extrusionOk="0">
                  <a:moveTo>
                    <a:pt x="1256" y="628"/>
                  </a:moveTo>
                  <a:lnTo>
                    <a:pt x="1256" y="1884"/>
                  </a:lnTo>
                  <a:lnTo>
                    <a:pt x="628" y="1884"/>
                  </a:lnTo>
                  <a:lnTo>
                    <a:pt x="628" y="628"/>
                  </a:lnTo>
                  <a:close/>
                  <a:moveTo>
                    <a:pt x="2512" y="628"/>
                  </a:moveTo>
                  <a:lnTo>
                    <a:pt x="2512" y="1884"/>
                  </a:lnTo>
                  <a:lnTo>
                    <a:pt x="1884" y="1884"/>
                  </a:lnTo>
                  <a:lnTo>
                    <a:pt x="1884" y="628"/>
                  </a:lnTo>
                  <a:close/>
                  <a:moveTo>
                    <a:pt x="3767" y="628"/>
                  </a:moveTo>
                  <a:lnTo>
                    <a:pt x="3767" y="1884"/>
                  </a:lnTo>
                  <a:lnTo>
                    <a:pt x="3139" y="1884"/>
                  </a:lnTo>
                  <a:lnTo>
                    <a:pt x="3139" y="628"/>
                  </a:lnTo>
                  <a:close/>
                  <a:moveTo>
                    <a:pt x="5022" y="628"/>
                  </a:moveTo>
                  <a:lnTo>
                    <a:pt x="5022" y="1884"/>
                  </a:lnTo>
                  <a:lnTo>
                    <a:pt x="4395" y="1884"/>
                  </a:lnTo>
                  <a:lnTo>
                    <a:pt x="4395" y="628"/>
                  </a:lnTo>
                  <a:close/>
                  <a:moveTo>
                    <a:pt x="4395" y="2512"/>
                  </a:moveTo>
                  <a:lnTo>
                    <a:pt x="4395" y="3788"/>
                  </a:lnTo>
                  <a:lnTo>
                    <a:pt x="1256" y="3788"/>
                  </a:lnTo>
                  <a:lnTo>
                    <a:pt x="1256" y="2512"/>
                  </a:lnTo>
                  <a:close/>
                  <a:moveTo>
                    <a:pt x="4395" y="4416"/>
                  </a:moveTo>
                  <a:lnTo>
                    <a:pt x="4395" y="7596"/>
                  </a:lnTo>
                  <a:lnTo>
                    <a:pt x="1256" y="7596"/>
                  </a:lnTo>
                  <a:lnTo>
                    <a:pt x="1256" y="4416"/>
                  </a:lnTo>
                  <a:close/>
                  <a:moveTo>
                    <a:pt x="4395" y="8224"/>
                  </a:moveTo>
                  <a:lnTo>
                    <a:pt x="4395" y="8538"/>
                  </a:lnTo>
                  <a:cubicBezTo>
                    <a:pt x="4395" y="9395"/>
                    <a:pt x="3683" y="10107"/>
                    <a:pt x="2825" y="10107"/>
                  </a:cubicBezTo>
                  <a:cubicBezTo>
                    <a:pt x="1947" y="10107"/>
                    <a:pt x="1256" y="9395"/>
                    <a:pt x="1256" y="8538"/>
                  </a:cubicBezTo>
                  <a:lnTo>
                    <a:pt x="1256" y="8224"/>
                  </a:lnTo>
                  <a:close/>
                  <a:moveTo>
                    <a:pt x="1" y="1"/>
                  </a:moveTo>
                  <a:lnTo>
                    <a:pt x="1" y="2512"/>
                  </a:lnTo>
                  <a:lnTo>
                    <a:pt x="628" y="2512"/>
                  </a:lnTo>
                  <a:lnTo>
                    <a:pt x="628" y="8538"/>
                  </a:lnTo>
                  <a:cubicBezTo>
                    <a:pt x="628" y="9751"/>
                    <a:pt x="1612" y="10735"/>
                    <a:pt x="2825" y="10735"/>
                  </a:cubicBezTo>
                  <a:cubicBezTo>
                    <a:pt x="4039" y="10735"/>
                    <a:pt x="5022" y="9751"/>
                    <a:pt x="5022" y="8538"/>
                  </a:cubicBezTo>
                  <a:lnTo>
                    <a:pt x="5022" y="2512"/>
                  </a:lnTo>
                  <a:lnTo>
                    <a:pt x="5650" y="2512"/>
                  </a:lnTo>
                  <a:lnTo>
                    <a:pt x="56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" name="Google Shape;609;p37"/>
          <p:cNvGrpSpPr/>
          <p:nvPr/>
        </p:nvGrpSpPr>
        <p:grpSpPr>
          <a:xfrm>
            <a:off x="2780288" y="4528600"/>
            <a:ext cx="306460" cy="525751"/>
            <a:chOff x="5559675" y="3999406"/>
            <a:chExt cx="227192" cy="389734"/>
          </a:xfrm>
        </p:grpSpPr>
        <p:sp>
          <p:nvSpPr>
            <p:cNvPr id="610" name="Google Shape;610;p37"/>
            <p:cNvSpPr/>
            <p:nvPr/>
          </p:nvSpPr>
          <p:spPr>
            <a:xfrm>
              <a:off x="5559675" y="4205150"/>
              <a:ext cx="114900" cy="123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7"/>
            <p:cNvSpPr/>
            <p:nvPr/>
          </p:nvSpPr>
          <p:spPr>
            <a:xfrm>
              <a:off x="5650108" y="4182498"/>
              <a:ext cx="68399" cy="68399"/>
            </a:xfrm>
            <a:custGeom>
              <a:avLst/>
              <a:gdLst/>
              <a:ahLst/>
              <a:cxnLst/>
              <a:rect l="l" t="t" r="r" b="b"/>
              <a:pathLst>
                <a:path w="1884" h="1884" extrusionOk="0">
                  <a:moveTo>
                    <a:pt x="629" y="0"/>
                  </a:moveTo>
                  <a:lnTo>
                    <a:pt x="629" y="628"/>
                  </a:lnTo>
                  <a:lnTo>
                    <a:pt x="1" y="628"/>
                  </a:lnTo>
                  <a:lnTo>
                    <a:pt x="1" y="1256"/>
                  </a:lnTo>
                  <a:lnTo>
                    <a:pt x="629" y="1256"/>
                  </a:lnTo>
                  <a:lnTo>
                    <a:pt x="629" y="1883"/>
                  </a:lnTo>
                  <a:lnTo>
                    <a:pt x="1256" y="1883"/>
                  </a:lnTo>
                  <a:lnTo>
                    <a:pt x="1256" y="1256"/>
                  </a:lnTo>
                  <a:lnTo>
                    <a:pt x="1884" y="1256"/>
                  </a:lnTo>
                  <a:lnTo>
                    <a:pt x="1884" y="628"/>
                  </a:lnTo>
                  <a:lnTo>
                    <a:pt x="1256" y="628"/>
                  </a:lnTo>
                  <a:lnTo>
                    <a:pt x="12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7"/>
            <p:cNvSpPr/>
            <p:nvPr/>
          </p:nvSpPr>
          <p:spPr>
            <a:xfrm>
              <a:off x="5581744" y="3999406"/>
              <a:ext cx="205123" cy="389734"/>
            </a:xfrm>
            <a:custGeom>
              <a:avLst/>
              <a:gdLst/>
              <a:ahLst/>
              <a:cxnLst/>
              <a:rect l="l" t="t" r="r" b="b"/>
              <a:pathLst>
                <a:path w="5650" h="10735" extrusionOk="0">
                  <a:moveTo>
                    <a:pt x="1256" y="628"/>
                  </a:moveTo>
                  <a:lnTo>
                    <a:pt x="1256" y="1884"/>
                  </a:lnTo>
                  <a:lnTo>
                    <a:pt x="628" y="1884"/>
                  </a:lnTo>
                  <a:lnTo>
                    <a:pt x="628" y="628"/>
                  </a:lnTo>
                  <a:close/>
                  <a:moveTo>
                    <a:pt x="2512" y="628"/>
                  </a:moveTo>
                  <a:lnTo>
                    <a:pt x="2512" y="1884"/>
                  </a:lnTo>
                  <a:lnTo>
                    <a:pt x="1884" y="1884"/>
                  </a:lnTo>
                  <a:lnTo>
                    <a:pt x="1884" y="628"/>
                  </a:lnTo>
                  <a:close/>
                  <a:moveTo>
                    <a:pt x="3767" y="628"/>
                  </a:moveTo>
                  <a:lnTo>
                    <a:pt x="3767" y="1884"/>
                  </a:lnTo>
                  <a:lnTo>
                    <a:pt x="3139" y="1884"/>
                  </a:lnTo>
                  <a:lnTo>
                    <a:pt x="3139" y="628"/>
                  </a:lnTo>
                  <a:close/>
                  <a:moveTo>
                    <a:pt x="5022" y="628"/>
                  </a:moveTo>
                  <a:lnTo>
                    <a:pt x="5022" y="1884"/>
                  </a:lnTo>
                  <a:lnTo>
                    <a:pt x="4395" y="1884"/>
                  </a:lnTo>
                  <a:lnTo>
                    <a:pt x="4395" y="628"/>
                  </a:lnTo>
                  <a:close/>
                  <a:moveTo>
                    <a:pt x="4395" y="2512"/>
                  </a:moveTo>
                  <a:lnTo>
                    <a:pt x="4395" y="3788"/>
                  </a:lnTo>
                  <a:lnTo>
                    <a:pt x="1256" y="3788"/>
                  </a:lnTo>
                  <a:lnTo>
                    <a:pt x="1256" y="2512"/>
                  </a:lnTo>
                  <a:close/>
                  <a:moveTo>
                    <a:pt x="4395" y="4416"/>
                  </a:moveTo>
                  <a:lnTo>
                    <a:pt x="4395" y="7596"/>
                  </a:lnTo>
                  <a:lnTo>
                    <a:pt x="1256" y="7596"/>
                  </a:lnTo>
                  <a:lnTo>
                    <a:pt x="1256" y="4416"/>
                  </a:lnTo>
                  <a:close/>
                  <a:moveTo>
                    <a:pt x="4395" y="8224"/>
                  </a:moveTo>
                  <a:lnTo>
                    <a:pt x="4395" y="8538"/>
                  </a:lnTo>
                  <a:cubicBezTo>
                    <a:pt x="4395" y="9395"/>
                    <a:pt x="3683" y="10107"/>
                    <a:pt x="2825" y="10107"/>
                  </a:cubicBezTo>
                  <a:cubicBezTo>
                    <a:pt x="1947" y="10107"/>
                    <a:pt x="1256" y="9395"/>
                    <a:pt x="1256" y="8538"/>
                  </a:cubicBezTo>
                  <a:lnTo>
                    <a:pt x="1256" y="8224"/>
                  </a:lnTo>
                  <a:close/>
                  <a:moveTo>
                    <a:pt x="1" y="1"/>
                  </a:moveTo>
                  <a:lnTo>
                    <a:pt x="1" y="2512"/>
                  </a:lnTo>
                  <a:lnTo>
                    <a:pt x="628" y="2512"/>
                  </a:lnTo>
                  <a:lnTo>
                    <a:pt x="628" y="8538"/>
                  </a:lnTo>
                  <a:cubicBezTo>
                    <a:pt x="628" y="9751"/>
                    <a:pt x="1612" y="10735"/>
                    <a:pt x="2825" y="10735"/>
                  </a:cubicBezTo>
                  <a:cubicBezTo>
                    <a:pt x="4039" y="10735"/>
                    <a:pt x="5022" y="9751"/>
                    <a:pt x="5022" y="8538"/>
                  </a:cubicBezTo>
                  <a:lnTo>
                    <a:pt x="5022" y="2512"/>
                  </a:lnTo>
                  <a:lnTo>
                    <a:pt x="5650" y="2512"/>
                  </a:lnTo>
                  <a:lnTo>
                    <a:pt x="56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heel spokes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9"/>
          <p:cNvSpPr txBox="1">
            <a:spLocks noGrp="1"/>
          </p:cNvSpPr>
          <p:nvPr>
            <p:ph type="title"/>
          </p:nvPr>
        </p:nvSpPr>
        <p:spPr>
          <a:xfrm>
            <a:off x="992002" y="937706"/>
            <a:ext cx="2948548" cy="15758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Connect Donors</a:t>
            </a:r>
            <a:endParaRPr sz="5400" dirty="0"/>
          </a:p>
        </p:txBody>
      </p:sp>
      <p:sp>
        <p:nvSpPr>
          <p:cNvPr id="652" name="Google Shape;652;p39"/>
          <p:cNvSpPr txBox="1">
            <a:spLocks noGrp="1"/>
          </p:cNvSpPr>
          <p:nvPr>
            <p:ph type="subTitle" idx="1"/>
          </p:nvPr>
        </p:nvSpPr>
        <p:spPr>
          <a:xfrm>
            <a:off x="424549" y="2653393"/>
            <a:ext cx="3874408" cy="1446291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lvl="0" algn="l">
              <a:buFont typeface="Arial" panose="020B0604020202020204" pitchFamily="34" charset="0"/>
              <a:buChar char="•"/>
            </a:pPr>
            <a:r>
              <a:rPr lang="en-US" dirty="0"/>
              <a:t>Register willing donors.</a:t>
            </a:r>
          </a:p>
          <a:p>
            <a:pPr lvl="0" algn="l">
              <a:buFont typeface="Arial" panose="020B0604020202020204" pitchFamily="34" charset="0"/>
              <a:buChar char="•"/>
            </a:pPr>
            <a:r>
              <a:rPr lang="en-US" dirty="0"/>
              <a:t>Record blood groups.</a:t>
            </a:r>
          </a:p>
          <a:p>
            <a:pPr lvl="0" algn="l">
              <a:buFont typeface="Arial" panose="020B0604020202020204" pitchFamily="34" charset="0"/>
              <a:buChar char="•"/>
            </a:pPr>
            <a:r>
              <a:rPr lang="en-US" dirty="0"/>
              <a:t>Track donor districts.</a:t>
            </a:r>
          </a:p>
          <a:p>
            <a:pPr lvl="0" algn="l">
              <a:buFont typeface="Arial" panose="020B0604020202020204" pitchFamily="34" charset="0"/>
              <a:buChar char="•"/>
            </a:pPr>
            <a:r>
              <a:rPr lang="en-US" dirty="0"/>
              <a:t>Store contact details.</a:t>
            </a:r>
          </a:p>
          <a:p>
            <a:pPr lvl="0" algn="l">
              <a:buFont typeface="Arial" panose="020B0604020202020204" pitchFamily="34" charset="0"/>
              <a:buChar char="•"/>
            </a:pPr>
            <a:r>
              <a:rPr lang="en-US" dirty="0"/>
              <a:t>Enable quick searching.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.</a:t>
            </a:r>
            <a:endParaRPr dirty="0"/>
          </a:p>
        </p:txBody>
      </p:sp>
      <p:sp>
        <p:nvSpPr>
          <p:cNvPr id="653" name="Google Shape;653;p39"/>
          <p:cNvSpPr txBox="1">
            <a:spLocks noGrp="1"/>
          </p:cNvSpPr>
          <p:nvPr>
            <p:ph type="title" idx="2"/>
          </p:nvPr>
        </p:nvSpPr>
        <p:spPr>
          <a:xfrm>
            <a:off x="5203450" y="990742"/>
            <a:ext cx="2617800" cy="126820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Organize Requests</a:t>
            </a:r>
            <a:endParaRPr sz="4800" dirty="0"/>
          </a:p>
        </p:txBody>
      </p:sp>
      <p:sp>
        <p:nvSpPr>
          <p:cNvPr id="654" name="Google Shape;654;p39"/>
          <p:cNvSpPr txBox="1">
            <a:spLocks noGrp="1"/>
          </p:cNvSpPr>
          <p:nvPr>
            <p:ph type="subTitle" idx="3"/>
          </p:nvPr>
        </p:nvSpPr>
        <p:spPr>
          <a:xfrm>
            <a:off x="4769244" y="2654137"/>
            <a:ext cx="4162486" cy="1878155"/>
          </a:xfrm>
          <a:prstGeom prst="rect">
            <a:avLst/>
          </a:prstGeom>
        </p:spPr>
        <p:txBody>
          <a:bodyPr spcFirstLastPara="1" wrap="square" lIns="182875" tIns="91425" rIns="182875" bIns="91425" anchor="t" anchorCtr="0">
            <a:noAutofit/>
          </a:bodyPr>
          <a:lstStyle/>
          <a:p>
            <a:pPr lvl="0" algn="l">
              <a:buFont typeface="Arial" panose="020B0604020202020204" pitchFamily="34" charset="0"/>
              <a:buChar char="•"/>
            </a:pPr>
            <a:r>
              <a:rPr lang="en-US" dirty="0"/>
              <a:t>Replace scattered social media posts.</a:t>
            </a:r>
          </a:p>
          <a:p>
            <a:pPr lvl="0" algn="l">
              <a:buFont typeface="Arial" panose="020B0604020202020204" pitchFamily="34" charset="0"/>
              <a:buChar char="•"/>
            </a:pPr>
            <a:r>
              <a:rPr lang="en-US" dirty="0"/>
              <a:t>Implement fast, organized search.</a:t>
            </a:r>
          </a:p>
          <a:p>
            <a:pPr lvl="0" algn="l">
              <a:buFont typeface="Arial" panose="020B0604020202020204" pitchFamily="34" charset="0"/>
              <a:buChar char="•"/>
            </a:pPr>
            <a:r>
              <a:rPr lang="en-US" dirty="0"/>
              <a:t>Create simple blood request system.</a:t>
            </a:r>
          </a:p>
          <a:p>
            <a:pPr lvl="0" algn="l">
              <a:buFont typeface="Arial" panose="020B0604020202020204" pitchFamily="34" charset="0"/>
              <a:buChar char="•"/>
            </a:pPr>
            <a:r>
              <a:rPr lang="en-US" dirty="0"/>
              <a:t>Accelerate emergency response times.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grpSp>
        <p:nvGrpSpPr>
          <p:cNvPr id="655" name="Google Shape;655;p39"/>
          <p:cNvGrpSpPr/>
          <p:nvPr/>
        </p:nvGrpSpPr>
        <p:grpSpPr>
          <a:xfrm>
            <a:off x="4170325" y="392269"/>
            <a:ext cx="5465867" cy="5942771"/>
            <a:chOff x="4170325" y="392269"/>
            <a:chExt cx="5465867" cy="5942771"/>
          </a:xfrm>
        </p:grpSpPr>
        <p:grpSp>
          <p:nvGrpSpPr>
            <p:cNvPr id="656" name="Google Shape;656;p39"/>
            <p:cNvGrpSpPr/>
            <p:nvPr/>
          </p:nvGrpSpPr>
          <p:grpSpPr>
            <a:xfrm>
              <a:off x="4170325" y="392269"/>
              <a:ext cx="795811" cy="1644589"/>
              <a:chOff x="4170325" y="439425"/>
              <a:chExt cx="795811" cy="1614875"/>
            </a:xfrm>
          </p:grpSpPr>
          <p:sp>
            <p:nvSpPr>
              <p:cNvPr id="657" name="Google Shape;657;p39"/>
              <p:cNvSpPr/>
              <p:nvPr/>
            </p:nvSpPr>
            <p:spPr>
              <a:xfrm>
                <a:off x="4170325" y="1129620"/>
                <a:ext cx="795811" cy="870450"/>
              </a:xfrm>
              <a:custGeom>
                <a:avLst/>
                <a:gdLst/>
                <a:ahLst/>
                <a:cxnLst/>
                <a:rect l="l" t="t" r="r" b="b"/>
                <a:pathLst>
                  <a:path w="28729" h="34818" extrusionOk="0">
                    <a:moveTo>
                      <a:pt x="1" y="0"/>
                    </a:moveTo>
                    <a:lnTo>
                      <a:pt x="1" y="22117"/>
                    </a:lnTo>
                    <a:cubicBezTo>
                      <a:pt x="1" y="25192"/>
                      <a:pt x="1758" y="27871"/>
                      <a:pt x="4332" y="29189"/>
                    </a:cubicBezTo>
                    <a:cubicBezTo>
                      <a:pt x="6529" y="32599"/>
                      <a:pt x="10191" y="34817"/>
                      <a:pt x="14354" y="34817"/>
                    </a:cubicBezTo>
                    <a:cubicBezTo>
                      <a:pt x="18518" y="34817"/>
                      <a:pt x="22201" y="32599"/>
                      <a:pt x="24377" y="29189"/>
                    </a:cubicBezTo>
                    <a:cubicBezTo>
                      <a:pt x="26950" y="27871"/>
                      <a:pt x="28729" y="25192"/>
                      <a:pt x="28729" y="22117"/>
                    </a:cubicBezTo>
                    <a:lnTo>
                      <a:pt x="28729" y="0"/>
                    </a:ln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9"/>
              <p:cNvSpPr/>
              <p:nvPr/>
            </p:nvSpPr>
            <p:spPr>
              <a:xfrm>
                <a:off x="4182511" y="827100"/>
                <a:ext cx="783625" cy="1227200"/>
              </a:xfrm>
              <a:custGeom>
                <a:avLst/>
                <a:gdLst/>
                <a:ahLst/>
                <a:cxnLst/>
                <a:rect l="l" t="t" r="r" b="b"/>
                <a:pathLst>
                  <a:path w="31345" h="49088" extrusionOk="0">
                    <a:moveTo>
                      <a:pt x="15672" y="1779"/>
                    </a:moveTo>
                    <a:cubicBezTo>
                      <a:pt x="16405" y="1779"/>
                      <a:pt x="16970" y="2365"/>
                      <a:pt x="16970" y="3077"/>
                    </a:cubicBezTo>
                    <a:cubicBezTo>
                      <a:pt x="16970" y="3788"/>
                      <a:pt x="16405" y="4374"/>
                      <a:pt x="15672" y="4374"/>
                    </a:cubicBezTo>
                    <a:cubicBezTo>
                      <a:pt x="14961" y="4374"/>
                      <a:pt x="14375" y="3788"/>
                      <a:pt x="14375" y="3077"/>
                    </a:cubicBezTo>
                    <a:cubicBezTo>
                      <a:pt x="14375" y="2365"/>
                      <a:pt x="14961" y="1779"/>
                      <a:pt x="15672" y="1779"/>
                    </a:cubicBezTo>
                    <a:close/>
                    <a:moveTo>
                      <a:pt x="8663" y="1"/>
                    </a:moveTo>
                    <a:cubicBezTo>
                      <a:pt x="3892" y="1"/>
                      <a:pt x="1" y="3893"/>
                      <a:pt x="1" y="8663"/>
                    </a:cubicBezTo>
                    <a:lnTo>
                      <a:pt x="1" y="33772"/>
                    </a:lnTo>
                    <a:cubicBezTo>
                      <a:pt x="1" y="37350"/>
                      <a:pt x="2177" y="40404"/>
                      <a:pt x="5252" y="41723"/>
                    </a:cubicBezTo>
                    <a:cubicBezTo>
                      <a:pt x="7219" y="44422"/>
                      <a:pt x="10211" y="46326"/>
                      <a:pt x="13664" y="46870"/>
                    </a:cubicBezTo>
                    <a:lnTo>
                      <a:pt x="13664" y="49088"/>
                    </a:lnTo>
                    <a:lnTo>
                      <a:pt x="17702" y="49088"/>
                    </a:lnTo>
                    <a:lnTo>
                      <a:pt x="17702" y="46870"/>
                    </a:lnTo>
                    <a:cubicBezTo>
                      <a:pt x="21133" y="46326"/>
                      <a:pt x="24126" y="44422"/>
                      <a:pt x="26092" y="41723"/>
                    </a:cubicBezTo>
                    <a:cubicBezTo>
                      <a:pt x="29189" y="40404"/>
                      <a:pt x="31344" y="37329"/>
                      <a:pt x="31344" y="33772"/>
                    </a:cubicBezTo>
                    <a:lnTo>
                      <a:pt x="31344" y="8663"/>
                    </a:lnTo>
                    <a:cubicBezTo>
                      <a:pt x="31344" y="3872"/>
                      <a:pt x="27473" y="1"/>
                      <a:pt x="22682" y="1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59" name="Google Shape;659;p39"/>
              <p:cNvGrpSpPr/>
              <p:nvPr/>
            </p:nvGrpSpPr>
            <p:grpSpPr>
              <a:xfrm>
                <a:off x="4256061" y="975006"/>
                <a:ext cx="85800" cy="782973"/>
                <a:chOff x="1270825" y="1135225"/>
                <a:chExt cx="85800" cy="558150"/>
              </a:xfrm>
            </p:grpSpPr>
            <p:sp>
              <p:nvSpPr>
                <p:cNvPr id="660" name="Google Shape;660;p39"/>
                <p:cNvSpPr/>
                <p:nvPr/>
              </p:nvSpPr>
              <p:spPr>
                <a:xfrm>
                  <a:off x="1270825" y="1135225"/>
                  <a:ext cx="8580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39"/>
                <p:cNvSpPr/>
                <p:nvPr/>
              </p:nvSpPr>
              <p:spPr>
                <a:xfrm>
                  <a:off x="1270825" y="12095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39"/>
                <p:cNvSpPr/>
                <p:nvPr/>
              </p:nvSpPr>
              <p:spPr>
                <a:xfrm>
                  <a:off x="1270825" y="12843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39"/>
                <p:cNvSpPr/>
                <p:nvPr/>
              </p:nvSpPr>
              <p:spPr>
                <a:xfrm>
                  <a:off x="1270825" y="135857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39"/>
                <p:cNvSpPr/>
                <p:nvPr/>
              </p:nvSpPr>
              <p:spPr>
                <a:xfrm>
                  <a:off x="1270825" y="143285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39"/>
                <p:cNvSpPr/>
                <p:nvPr/>
              </p:nvSpPr>
              <p:spPr>
                <a:xfrm>
                  <a:off x="1270825" y="150712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39"/>
                <p:cNvSpPr/>
                <p:nvPr/>
              </p:nvSpPr>
              <p:spPr>
                <a:xfrm>
                  <a:off x="1270825" y="15814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7" name="Google Shape;667;p39"/>
                <p:cNvSpPr/>
                <p:nvPr/>
              </p:nvSpPr>
              <p:spPr>
                <a:xfrm>
                  <a:off x="1270825" y="16562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668;p39"/>
                <p:cNvSpPr/>
                <p:nvPr/>
              </p:nvSpPr>
              <p:spPr>
                <a:xfrm>
                  <a:off x="1270825" y="1135225"/>
                  <a:ext cx="8580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9" name="Google Shape;669;p39"/>
                <p:cNvSpPr/>
                <p:nvPr/>
              </p:nvSpPr>
              <p:spPr>
                <a:xfrm>
                  <a:off x="1270825" y="12095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0" name="Google Shape;670;p39"/>
                <p:cNvSpPr/>
                <p:nvPr/>
              </p:nvSpPr>
              <p:spPr>
                <a:xfrm>
                  <a:off x="1270825" y="12843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1" name="Google Shape;671;p39"/>
                <p:cNvSpPr/>
                <p:nvPr/>
              </p:nvSpPr>
              <p:spPr>
                <a:xfrm>
                  <a:off x="1270825" y="135857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0"/>
                      </a:moveTo>
                      <a:lnTo>
                        <a:pt x="3432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2" name="Google Shape;672;p39"/>
                <p:cNvSpPr/>
                <p:nvPr/>
              </p:nvSpPr>
              <p:spPr>
                <a:xfrm>
                  <a:off x="1270825" y="143285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270825" y="1507125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4" name="Google Shape;674;p39"/>
                <p:cNvSpPr/>
                <p:nvPr/>
              </p:nvSpPr>
              <p:spPr>
                <a:xfrm>
                  <a:off x="1270825" y="15814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5" name="Google Shape;675;p39"/>
                <p:cNvSpPr/>
                <p:nvPr/>
              </p:nvSpPr>
              <p:spPr>
                <a:xfrm>
                  <a:off x="1270825" y="1656200"/>
                  <a:ext cx="858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2" h="1" fill="none" extrusionOk="0">
                      <a:moveTo>
                        <a:pt x="0" y="1"/>
                      </a:moveTo>
                      <a:lnTo>
                        <a:pt x="3432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6" name="Google Shape;676;p39"/>
                <p:cNvSpPr/>
                <p:nvPr/>
              </p:nvSpPr>
              <p:spPr>
                <a:xfrm>
                  <a:off x="1270825" y="117235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39"/>
                <p:cNvSpPr/>
                <p:nvPr/>
              </p:nvSpPr>
              <p:spPr>
                <a:xfrm>
                  <a:off x="1270825" y="124662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39"/>
                <p:cNvSpPr/>
                <p:nvPr/>
              </p:nvSpPr>
              <p:spPr>
                <a:xfrm>
                  <a:off x="1270825" y="132142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39"/>
                <p:cNvSpPr/>
                <p:nvPr/>
              </p:nvSpPr>
              <p:spPr>
                <a:xfrm>
                  <a:off x="1270825" y="139570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1"/>
                      </a:moveTo>
                      <a:lnTo>
                        <a:pt x="1716" y="1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39"/>
                <p:cNvSpPr/>
                <p:nvPr/>
              </p:nvSpPr>
              <p:spPr>
                <a:xfrm>
                  <a:off x="1270825" y="147000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39"/>
                <p:cNvSpPr/>
                <p:nvPr/>
              </p:nvSpPr>
              <p:spPr>
                <a:xfrm>
                  <a:off x="1270825" y="154427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39"/>
                <p:cNvSpPr/>
                <p:nvPr/>
              </p:nvSpPr>
              <p:spPr>
                <a:xfrm>
                  <a:off x="1270825" y="1619075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39"/>
                <p:cNvSpPr/>
                <p:nvPr/>
              </p:nvSpPr>
              <p:spPr>
                <a:xfrm>
                  <a:off x="1270825" y="1693350"/>
                  <a:ext cx="42900" cy="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" fill="none" extrusionOk="0">
                      <a:moveTo>
                        <a:pt x="0" y="0"/>
                      </a:moveTo>
                      <a:lnTo>
                        <a:pt x="1716" y="0"/>
                      </a:lnTo>
                    </a:path>
                  </a:pathLst>
                </a:custGeom>
                <a:solidFill>
                  <a:schemeClr val="lt1"/>
                </a:solidFill>
                <a:ln w="13075" cap="rnd" cmpd="sng">
                  <a:solidFill>
                    <a:schemeClr val="lt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684" name="Google Shape;684;p39"/>
              <p:cNvCxnSpPr/>
              <p:nvPr/>
            </p:nvCxnSpPr>
            <p:spPr>
              <a:xfrm rot="10800000">
                <a:off x="4577717" y="439425"/>
                <a:ext cx="0" cy="3825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685" name="Google Shape;685;p39"/>
            <p:cNvGrpSpPr/>
            <p:nvPr/>
          </p:nvGrpSpPr>
          <p:grpSpPr>
            <a:xfrm>
              <a:off x="4572009" y="2037900"/>
              <a:ext cx="5064183" cy="4297140"/>
              <a:chOff x="4572009" y="2037900"/>
              <a:chExt cx="5064183" cy="4297140"/>
            </a:xfrm>
          </p:grpSpPr>
          <p:sp>
            <p:nvSpPr>
              <p:cNvPr id="686" name="Google Shape;686;p39"/>
              <p:cNvSpPr/>
              <p:nvPr/>
            </p:nvSpPr>
            <p:spPr>
              <a:xfrm>
                <a:off x="4572009" y="4172241"/>
                <a:ext cx="416007" cy="739363"/>
              </a:xfrm>
              <a:custGeom>
                <a:avLst/>
                <a:gdLst/>
                <a:ahLst/>
                <a:cxnLst/>
                <a:rect l="l" t="t" r="r" b="b"/>
                <a:pathLst>
                  <a:path w="16217" h="27160" fill="none" extrusionOk="0">
                    <a:moveTo>
                      <a:pt x="1" y="1"/>
                    </a:moveTo>
                    <a:lnTo>
                      <a:pt x="1" y="13475"/>
                    </a:lnTo>
                    <a:cubicBezTo>
                      <a:pt x="1" y="21029"/>
                      <a:pt x="6110" y="27159"/>
                      <a:pt x="13685" y="27159"/>
                    </a:cubicBezTo>
                    <a:lnTo>
                      <a:pt x="16216" y="27159"/>
                    </a:lnTo>
                  </a:path>
                </a:pathLst>
              </a:custGeom>
              <a:noFill/>
              <a:ln w="28575" cap="rnd" cmpd="sng">
                <a:solidFill>
                  <a:schemeClr val="dk1"/>
                </a:solidFill>
                <a:prstDash val="solid"/>
                <a:miter lim="20923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87" name="Google Shape;687;p39"/>
              <p:cNvCxnSpPr/>
              <p:nvPr/>
            </p:nvCxnSpPr>
            <p:spPr>
              <a:xfrm>
                <a:off x="4988025" y="4911176"/>
                <a:ext cx="3386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688" name="Google Shape;688;p39"/>
              <p:cNvGrpSpPr/>
              <p:nvPr/>
            </p:nvGrpSpPr>
            <p:grpSpPr>
              <a:xfrm>
                <a:off x="8380074" y="4911635"/>
                <a:ext cx="1256119" cy="1423405"/>
                <a:chOff x="8322234" y="2899598"/>
                <a:chExt cx="1261797" cy="1423405"/>
              </a:xfrm>
            </p:grpSpPr>
            <p:sp>
              <p:nvSpPr>
                <p:cNvPr id="689" name="Google Shape;689;p39"/>
                <p:cNvSpPr/>
                <p:nvPr/>
              </p:nvSpPr>
              <p:spPr>
                <a:xfrm rot="10800000">
                  <a:off x="8322234" y="2899598"/>
                  <a:ext cx="416007" cy="845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39"/>
                <p:cNvSpPr/>
                <p:nvPr/>
              </p:nvSpPr>
              <p:spPr>
                <a:xfrm rot="5400000" flipH="1">
                  <a:off x="8953384" y="3692356"/>
                  <a:ext cx="416007" cy="8452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17" h="27160" fill="none" extrusionOk="0">
                      <a:moveTo>
                        <a:pt x="1" y="1"/>
                      </a:moveTo>
                      <a:lnTo>
                        <a:pt x="1" y="13475"/>
                      </a:lnTo>
                      <a:cubicBezTo>
                        <a:pt x="1" y="21029"/>
                        <a:pt x="6110" y="27159"/>
                        <a:pt x="13685" y="27159"/>
                      </a:cubicBezTo>
                      <a:lnTo>
                        <a:pt x="16216" y="27159"/>
                      </a:lnTo>
                    </a:path>
                  </a:pathLst>
                </a:custGeom>
                <a:noFill/>
                <a:ln w="28575" cap="rnd" cmpd="sng">
                  <a:solidFill>
                    <a:schemeClr val="dk1"/>
                  </a:solidFill>
                  <a:prstDash val="solid"/>
                  <a:miter lim="20923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691" name="Google Shape;691;p39"/>
                <p:cNvCxnSpPr/>
                <p:nvPr/>
              </p:nvCxnSpPr>
              <p:spPr>
                <a:xfrm>
                  <a:off x="8738746" y="3727225"/>
                  <a:ext cx="0" cy="2169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692" name="Google Shape;692;p39"/>
              <p:cNvCxnSpPr/>
              <p:nvPr/>
            </p:nvCxnSpPr>
            <p:spPr>
              <a:xfrm>
                <a:off x="4573650" y="2037900"/>
                <a:ext cx="0" cy="2136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93" name="Google Shape;693;p39"/>
          <p:cNvGrpSpPr/>
          <p:nvPr/>
        </p:nvGrpSpPr>
        <p:grpSpPr>
          <a:xfrm>
            <a:off x="7923513" y="1866714"/>
            <a:ext cx="450612" cy="392234"/>
            <a:chOff x="6115143" y="3416767"/>
            <a:chExt cx="450612" cy="392234"/>
          </a:xfrm>
        </p:grpSpPr>
        <p:sp>
          <p:nvSpPr>
            <p:cNvPr id="694" name="Google Shape;694;p39"/>
            <p:cNvSpPr/>
            <p:nvPr/>
          </p:nvSpPr>
          <p:spPr>
            <a:xfrm>
              <a:off x="6115143" y="3462579"/>
              <a:ext cx="395797" cy="346422"/>
            </a:xfrm>
            <a:custGeom>
              <a:avLst/>
              <a:gdLst/>
              <a:ahLst/>
              <a:cxnLst/>
              <a:rect l="l" t="t" r="r" b="b"/>
              <a:pathLst>
                <a:path w="10902" h="9542" extrusionOk="0">
                  <a:moveTo>
                    <a:pt x="2909" y="0"/>
                  </a:moveTo>
                  <a:cubicBezTo>
                    <a:pt x="1382" y="21"/>
                    <a:pt x="168" y="1339"/>
                    <a:pt x="85" y="2909"/>
                  </a:cubicBezTo>
                  <a:cubicBezTo>
                    <a:pt x="1" y="4876"/>
                    <a:pt x="1549" y="6215"/>
                    <a:pt x="3893" y="8202"/>
                  </a:cubicBezTo>
                  <a:cubicBezTo>
                    <a:pt x="4332" y="8579"/>
                    <a:pt x="4771" y="8956"/>
                    <a:pt x="5232" y="9353"/>
                  </a:cubicBezTo>
                  <a:lnTo>
                    <a:pt x="5441" y="9541"/>
                  </a:lnTo>
                  <a:lnTo>
                    <a:pt x="5650" y="9353"/>
                  </a:lnTo>
                  <a:cubicBezTo>
                    <a:pt x="6131" y="8935"/>
                    <a:pt x="6571" y="8579"/>
                    <a:pt x="6989" y="8202"/>
                  </a:cubicBezTo>
                  <a:cubicBezTo>
                    <a:pt x="9333" y="6215"/>
                    <a:pt x="10902" y="4876"/>
                    <a:pt x="10797" y="2909"/>
                  </a:cubicBezTo>
                  <a:cubicBezTo>
                    <a:pt x="10735" y="1339"/>
                    <a:pt x="9521" y="21"/>
                    <a:pt x="7973" y="0"/>
                  </a:cubicBezTo>
                  <a:cubicBezTo>
                    <a:pt x="7094" y="0"/>
                    <a:pt x="6320" y="419"/>
                    <a:pt x="5734" y="1235"/>
                  </a:cubicBezTo>
                  <a:cubicBezTo>
                    <a:pt x="5608" y="1402"/>
                    <a:pt x="5525" y="1549"/>
                    <a:pt x="5441" y="1716"/>
                  </a:cubicBezTo>
                  <a:cubicBezTo>
                    <a:pt x="5357" y="1549"/>
                    <a:pt x="5274" y="1402"/>
                    <a:pt x="5169" y="1235"/>
                  </a:cubicBezTo>
                  <a:cubicBezTo>
                    <a:pt x="4583" y="440"/>
                    <a:pt x="3830" y="0"/>
                    <a:pt x="2930" y="0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9"/>
            <p:cNvSpPr/>
            <p:nvPr/>
          </p:nvSpPr>
          <p:spPr>
            <a:xfrm>
              <a:off x="6194809" y="3441293"/>
              <a:ext cx="344958" cy="165635"/>
            </a:xfrm>
            <a:custGeom>
              <a:avLst/>
              <a:gdLst/>
              <a:ahLst/>
              <a:cxnLst/>
              <a:rect l="l" t="t" r="r" b="b"/>
              <a:pathLst>
                <a:path w="9501" h="4562" extrusionOk="0">
                  <a:moveTo>
                    <a:pt x="2219" y="0"/>
                  </a:moveTo>
                  <a:cubicBezTo>
                    <a:pt x="1047" y="0"/>
                    <a:pt x="85" y="1025"/>
                    <a:pt x="22" y="2302"/>
                  </a:cubicBezTo>
                  <a:cubicBezTo>
                    <a:pt x="1" y="2804"/>
                    <a:pt x="106" y="3285"/>
                    <a:pt x="378" y="3766"/>
                  </a:cubicBezTo>
                  <a:lnTo>
                    <a:pt x="2010" y="3766"/>
                  </a:lnTo>
                  <a:lnTo>
                    <a:pt x="2847" y="1276"/>
                  </a:lnTo>
                  <a:lnTo>
                    <a:pt x="4165" y="4561"/>
                  </a:lnTo>
                  <a:lnTo>
                    <a:pt x="4562" y="3766"/>
                  </a:lnTo>
                  <a:lnTo>
                    <a:pt x="9145" y="3766"/>
                  </a:lnTo>
                  <a:cubicBezTo>
                    <a:pt x="9396" y="3264"/>
                    <a:pt x="9500" y="2804"/>
                    <a:pt x="9479" y="2302"/>
                  </a:cubicBezTo>
                  <a:cubicBezTo>
                    <a:pt x="9417" y="1004"/>
                    <a:pt x="8454" y="0"/>
                    <a:pt x="7282" y="0"/>
                  </a:cubicBezTo>
                  <a:lnTo>
                    <a:pt x="7261" y="0"/>
                  </a:lnTo>
                  <a:cubicBezTo>
                    <a:pt x="5608" y="0"/>
                    <a:pt x="5064" y="1946"/>
                    <a:pt x="5064" y="1967"/>
                  </a:cubicBezTo>
                  <a:lnTo>
                    <a:pt x="4751" y="3076"/>
                  </a:lnTo>
                  <a:lnTo>
                    <a:pt x="4458" y="1967"/>
                  </a:lnTo>
                  <a:cubicBezTo>
                    <a:pt x="4437" y="1967"/>
                    <a:pt x="4290" y="1444"/>
                    <a:pt x="3935" y="942"/>
                  </a:cubicBezTo>
                  <a:cubicBezTo>
                    <a:pt x="3495" y="314"/>
                    <a:pt x="2909" y="0"/>
                    <a:pt x="2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9"/>
            <p:cNvSpPr/>
            <p:nvPr/>
          </p:nvSpPr>
          <p:spPr>
            <a:xfrm>
              <a:off x="6169959" y="3416767"/>
              <a:ext cx="395797" cy="346422"/>
            </a:xfrm>
            <a:custGeom>
              <a:avLst/>
              <a:gdLst/>
              <a:ahLst/>
              <a:cxnLst/>
              <a:rect l="l" t="t" r="r" b="b"/>
              <a:pathLst>
                <a:path w="10902" h="9542" extrusionOk="0">
                  <a:moveTo>
                    <a:pt x="7972" y="628"/>
                  </a:moveTo>
                  <a:cubicBezTo>
                    <a:pt x="9144" y="649"/>
                    <a:pt x="10107" y="1653"/>
                    <a:pt x="10169" y="2930"/>
                  </a:cubicBezTo>
                  <a:cubicBezTo>
                    <a:pt x="10190" y="3432"/>
                    <a:pt x="10086" y="3913"/>
                    <a:pt x="9835" y="4394"/>
                  </a:cubicBezTo>
                  <a:lnTo>
                    <a:pt x="5252" y="4394"/>
                  </a:lnTo>
                  <a:lnTo>
                    <a:pt x="4834" y="5210"/>
                  </a:lnTo>
                  <a:lnTo>
                    <a:pt x="3516" y="1925"/>
                  </a:lnTo>
                  <a:lnTo>
                    <a:pt x="2700" y="4394"/>
                  </a:lnTo>
                  <a:lnTo>
                    <a:pt x="1047" y="4394"/>
                  </a:lnTo>
                  <a:cubicBezTo>
                    <a:pt x="796" y="3913"/>
                    <a:pt x="691" y="3453"/>
                    <a:pt x="712" y="2930"/>
                  </a:cubicBezTo>
                  <a:cubicBezTo>
                    <a:pt x="775" y="1653"/>
                    <a:pt x="1737" y="649"/>
                    <a:pt x="2909" y="628"/>
                  </a:cubicBezTo>
                  <a:lnTo>
                    <a:pt x="2930" y="628"/>
                  </a:lnTo>
                  <a:cubicBezTo>
                    <a:pt x="3599" y="628"/>
                    <a:pt x="4164" y="963"/>
                    <a:pt x="4625" y="1591"/>
                  </a:cubicBezTo>
                  <a:cubicBezTo>
                    <a:pt x="4980" y="2072"/>
                    <a:pt x="5127" y="2595"/>
                    <a:pt x="5127" y="2595"/>
                  </a:cubicBezTo>
                  <a:lnTo>
                    <a:pt x="5441" y="3704"/>
                  </a:lnTo>
                  <a:lnTo>
                    <a:pt x="5734" y="2595"/>
                  </a:lnTo>
                  <a:cubicBezTo>
                    <a:pt x="5734" y="2574"/>
                    <a:pt x="6298" y="628"/>
                    <a:pt x="7951" y="628"/>
                  </a:cubicBezTo>
                  <a:close/>
                  <a:moveTo>
                    <a:pt x="3578" y="3746"/>
                  </a:moveTo>
                  <a:lnTo>
                    <a:pt x="4771" y="6738"/>
                  </a:lnTo>
                  <a:lnTo>
                    <a:pt x="5629" y="5022"/>
                  </a:lnTo>
                  <a:lnTo>
                    <a:pt x="9416" y="5022"/>
                  </a:lnTo>
                  <a:cubicBezTo>
                    <a:pt x="8788" y="5838"/>
                    <a:pt x="7805" y="6675"/>
                    <a:pt x="6570" y="7721"/>
                  </a:cubicBezTo>
                  <a:cubicBezTo>
                    <a:pt x="6215" y="8035"/>
                    <a:pt x="5838" y="8349"/>
                    <a:pt x="5441" y="8705"/>
                  </a:cubicBezTo>
                  <a:cubicBezTo>
                    <a:pt x="5043" y="8349"/>
                    <a:pt x="4666" y="8035"/>
                    <a:pt x="4290" y="7721"/>
                  </a:cubicBezTo>
                  <a:cubicBezTo>
                    <a:pt x="3076" y="6675"/>
                    <a:pt x="2093" y="5838"/>
                    <a:pt x="1465" y="5022"/>
                  </a:cubicBezTo>
                  <a:lnTo>
                    <a:pt x="3160" y="5022"/>
                  </a:lnTo>
                  <a:lnTo>
                    <a:pt x="3578" y="3746"/>
                  </a:lnTo>
                  <a:close/>
                  <a:moveTo>
                    <a:pt x="2909" y="0"/>
                  </a:moveTo>
                  <a:cubicBezTo>
                    <a:pt x="1360" y="21"/>
                    <a:pt x="147" y="1339"/>
                    <a:pt x="84" y="2909"/>
                  </a:cubicBezTo>
                  <a:cubicBezTo>
                    <a:pt x="0" y="4876"/>
                    <a:pt x="1549" y="6194"/>
                    <a:pt x="3892" y="8202"/>
                  </a:cubicBezTo>
                  <a:cubicBezTo>
                    <a:pt x="4332" y="8558"/>
                    <a:pt x="4771" y="8935"/>
                    <a:pt x="5231" y="9353"/>
                  </a:cubicBezTo>
                  <a:lnTo>
                    <a:pt x="5441" y="9542"/>
                  </a:lnTo>
                  <a:lnTo>
                    <a:pt x="5650" y="9353"/>
                  </a:lnTo>
                  <a:cubicBezTo>
                    <a:pt x="6110" y="8935"/>
                    <a:pt x="6550" y="8558"/>
                    <a:pt x="6989" y="8202"/>
                  </a:cubicBezTo>
                  <a:cubicBezTo>
                    <a:pt x="9332" y="6194"/>
                    <a:pt x="10902" y="4876"/>
                    <a:pt x="10797" y="2909"/>
                  </a:cubicBezTo>
                  <a:cubicBezTo>
                    <a:pt x="10713" y="1339"/>
                    <a:pt x="9521" y="21"/>
                    <a:pt x="7972" y="0"/>
                  </a:cubicBezTo>
                  <a:cubicBezTo>
                    <a:pt x="7073" y="0"/>
                    <a:pt x="6298" y="419"/>
                    <a:pt x="5734" y="1235"/>
                  </a:cubicBezTo>
                  <a:cubicBezTo>
                    <a:pt x="5608" y="1381"/>
                    <a:pt x="5524" y="1549"/>
                    <a:pt x="5441" y="1695"/>
                  </a:cubicBezTo>
                  <a:cubicBezTo>
                    <a:pt x="5357" y="1549"/>
                    <a:pt x="5273" y="1381"/>
                    <a:pt x="5148" y="1235"/>
                  </a:cubicBezTo>
                  <a:cubicBezTo>
                    <a:pt x="4583" y="419"/>
                    <a:pt x="3809" y="0"/>
                    <a:pt x="29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7" name="Google Shape;697;p39"/>
          <p:cNvGrpSpPr/>
          <p:nvPr/>
        </p:nvGrpSpPr>
        <p:grpSpPr>
          <a:xfrm>
            <a:off x="539904" y="1866714"/>
            <a:ext cx="443131" cy="399059"/>
            <a:chOff x="4009262" y="1648300"/>
            <a:chExt cx="443131" cy="399059"/>
          </a:xfrm>
        </p:grpSpPr>
        <p:sp>
          <p:nvSpPr>
            <p:cNvPr id="698" name="Google Shape;698;p39"/>
            <p:cNvSpPr/>
            <p:nvPr/>
          </p:nvSpPr>
          <p:spPr>
            <a:xfrm>
              <a:off x="4009262" y="1694112"/>
              <a:ext cx="400372" cy="353248"/>
            </a:xfrm>
            <a:custGeom>
              <a:avLst/>
              <a:gdLst/>
              <a:ahLst/>
              <a:cxnLst/>
              <a:rect l="l" t="t" r="r" b="b"/>
              <a:pathLst>
                <a:path w="11028" h="9730" extrusionOk="0">
                  <a:moveTo>
                    <a:pt x="3901" y="0"/>
                  </a:moveTo>
                  <a:cubicBezTo>
                    <a:pt x="3773" y="0"/>
                    <a:pt x="3645" y="7"/>
                    <a:pt x="3516" y="21"/>
                  </a:cubicBezTo>
                  <a:cubicBezTo>
                    <a:pt x="2679" y="126"/>
                    <a:pt x="1905" y="523"/>
                    <a:pt x="1319" y="1151"/>
                  </a:cubicBezTo>
                  <a:lnTo>
                    <a:pt x="1068" y="1444"/>
                  </a:lnTo>
                  <a:cubicBezTo>
                    <a:pt x="0" y="2637"/>
                    <a:pt x="42" y="4478"/>
                    <a:pt x="1193" y="5629"/>
                  </a:cubicBezTo>
                  <a:lnTo>
                    <a:pt x="2344" y="6800"/>
                  </a:lnTo>
                  <a:cubicBezTo>
                    <a:pt x="2511" y="6947"/>
                    <a:pt x="2721" y="7051"/>
                    <a:pt x="2972" y="7072"/>
                  </a:cubicBezTo>
                  <a:cubicBezTo>
                    <a:pt x="2972" y="7302"/>
                    <a:pt x="3076" y="7512"/>
                    <a:pt x="3244" y="7679"/>
                  </a:cubicBezTo>
                  <a:cubicBezTo>
                    <a:pt x="3411" y="7846"/>
                    <a:pt x="3620" y="7951"/>
                    <a:pt x="3850" y="7951"/>
                  </a:cubicBezTo>
                  <a:cubicBezTo>
                    <a:pt x="3871" y="8181"/>
                    <a:pt x="3955" y="8411"/>
                    <a:pt x="4122" y="8579"/>
                  </a:cubicBezTo>
                  <a:cubicBezTo>
                    <a:pt x="4290" y="8746"/>
                    <a:pt x="4520" y="8830"/>
                    <a:pt x="4750" y="8851"/>
                  </a:cubicBezTo>
                  <a:cubicBezTo>
                    <a:pt x="4750" y="9081"/>
                    <a:pt x="4855" y="9290"/>
                    <a:pt x="5022" y="9458"/>
                  </a:cubicBezTo>
                  <a:cubicBezTo>
                    <a:pt x="5190" y="9646"/>
                    <a:pt x="5441" y="9730"/>
                    <a:pt x="5692" y="9730"/>
                  </a:cubicBezTo>
                  <a:cubicBezTo>
                    <a:pt x="5922" y="9730"/>
                    <a:pt x="6173" y="9646"/>
                    <a:pt x="6340" y="9458"/>
                  </a:cubicBezTo>
                  <a:lnTo>
                    <a:pt x="7240" y="8579"/>
                  </a:lnTo>
                  <a:cubicBezTo>
                    <a:pt x="7407" y="8411"/>
                    <a:pt x="7491" y="8181"/>
                    <a:pt x="7512" y="7951"/>
                  </a:cubicBezTo>
                  <a:cubicBezTo>
                    <a:pt x="7742" y="7951"/>
                    <a:pt x="7951" y="7846"/>
                    <a:pt x="8119" y="7679"/>
                  </a:cubicBezTo>
                  <a:cubicBezTo>
                    <a:pt x="8286" y="7512"/>
                    <a:pt x="8391" y="7302"/>
                    <a:pt x="8412" y="7072"/>
                  </a:cubicBezTo>
                  <a:cubicBezTo>
                    <a:pt x="8621" y="7051"/>
                    <a:pt x="8851" y="6968"/>
                    <a:pt x="9019" y="6800"/>
                  </a:cubicBezTo>
                  <a:cubicBezTo>
                    <a:pt x="9186" y="6633"/>
                    <a:pt x="9270" y="6403"/>
                    <a:pt x="9291" y="6173"/>
                  </a:cubicBezTo>
                  <a:cubicBezTo>
                    <a:pt x="9521" y="6173"/>
                    <a:pt x="9730" y="6068"/>
                    <a:pt x="9897" y="5901"/>
                  </a:cubicBezTo>
                  <a:lnTo>
                    <a:pt x="10065" y="5754"/>
                  </a:lnTo>
                  <a:cubicBezTo>
                    <a:pt x="10672" y="5126"/>
                    <a:pt x="11027" y="4310"/>
                    <a:pt x="11027" y="3473"/>
                  </a:cubicBezTo>
                  <a:cubicBezTo>
                    <a:pt x="11027" y="2616"/>
                    <a:pt x="10672" y="1820"/>
                    <a:pt x="10065" y="1193"/>
                  </a:cubicBezTo>
                  <a:lnTo>
                    <a:pt x="9667" y="795"/>
                  </a:lnTo>
                  <a:lnTo>
                    <a:pt x="9646" y="795"/>
                  </a:lnTo>
                  <a:cubicBezTo>
                    <a:pt x="9044" y="287"/>
                    <a:pt x="8289" y="33"/>
                    <a:pt x="7503" y="33"/>
                  </a:cubicBezTo>
                  <a:cubicBezTo>
                    <a:pt x="7416" y="33"/>
                    <a:pt x="7328" y="36"/>
                    <a:pt x="7240" y="42"/>
                  </a:cubicBezTo>
                  <a:cubicBezTo>
                    <a:pt x="6696" y="84"/>
                    <a:pt x="6173" y="251"/>
                    <a:pt x="5713" y="523"/>
                  </a:cubicBezTo>
                  <a:cubicBezTo>
                    <a:pt x="5155" y="174"/>
                    <a:pt x="4539" y="0"/>
                    <a:pt x="3901" y="0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9"/>
            <p:cNvSpPr/>
            <p:nvPr/>
          </p:nvSpPr>
          <p:spPr>
            <a:xfrm>
              <a:off x="4197187" y="1672762"/>
              <a:ext cx="239323" cy="148487"/>
            </a:xfrm>
            <a:custGeom>
              <a:avLst/>
              <a:gdLst/>
              <a:ahLst/>
              <a:cxnLst/>
              <a:rect l="l" t="t" r="r" b="b"/>
              <a:pathLst>
                <a:path w="6592" h="4090" extrusionOk="0">
                  <a:moveTo>
                    <a:pt x="3476" y="1"/>
                  </a:moveTo>
                  <a:cubicBezTo>
                    <a:pt x="2709" y="1"/>
                    <a:pt x="1929" y="308"/>
                    <a:pt x="1340" y="909"/>
                  </a:cubicBezTo>
                  <a:lnTo>
                    <a:pt x="147" y="2101"/>
                  </a:lnTo>
                  <a:cubicBezTo>
                    <a:pt x="0" y="2248"/>
                    <a:pt x="0" y="2478"/>
                    <a:pt x="147" y="2624"/>
                  </a:cubicBezTo>
                  <a:cubicBezTo>
                    <a:pt x="218" y="2696"/>
                    <a:pt x="310" y="2733"/>
                    <a:pt x="406" y="2733"/>
                  </a:cubicBezTo>
                  <a:cubicBezTo>
                    <a:pt x="480" y="2733"/>
                    <a:pt x="556" y="2712"/>
                    <a:pt x="628" y="2666"/>
                  </a:cubicBezTo>
                  <a:lnTo>
                    <a:pt x="2323" y="1536"/>
                  </a:lnTo>
                  <a:cubicBezTo>
                    <a:pt x="2491" y="1421"/>
                    <a:pt x="2686" y="1366"/>
                    <a:pt x="2881" y="1366"/>
                  </a:cubicBezTo>
                  <a:cubicBezTo>
                    <a:pt x="3147" y="1366"/>
                    <a:pt x="3415" y="1469"/>
                    <a:pt x="3620" y="1662"/>
                  </a:cubicBezTo>
                  <a:cubicBezTo>
                    <a:pt x="3705" y="1747"/>
                    <a:pt x="3825" y="1804"/>
                    <a:pt x="3944" y="1804"/>
                  </a:cubicBezTo>
                  <a:cubicBezTo>
                    <a:pt x="4030" y="1804"/>
                    <a:pt x="4115" y="1774"/>
                    <a:pt x="4185" y="1704"/>
                  </a:cubicBezTo>
                  <a:lnTo>
                    <a:pt x="4541" y="1327"/>
                  </a:lnTo>
                  <a:lnTo>
                    <a:pt x="5001" y="1767"/>
                  </a:lnTo>
                  <a:lnTo>
                    <a:pt x="4625" y="2143"/>
                  </a:lnTo>
                  <a:cubicBezTo>
                    <a:pt x="4520" y="2227"/>
                    <a:pt x="4415" y="2311"/>
                    <a:pt x="4311" y="2352"/>
                  </a:cubicBezTo>
                  <a:lnTo>
                    <a:pt x="5880" y="3922"/>
                  </a:lnTo>
                  <a:cubicBezTo>
                    <a:pt x="5922" y="3964"/>
                    <a:pt x="5964" y="4026"/>
                    <a:pt x="6006" y="4089"/>
                  </a:cubicBezTo>
                  <a:cubicBezTo>
                    <a:pt x="6591" y="3106"/>
                    <a:pt x="6445" y="1850"/>
                    <a:pt x="5587" y="971"/>
                  </a:cubicBezTo>
                  <a:lnTo>
                    <a:pt x="5210" y="616"/>
                  </a:lnTo>
                  <a:cubicBezTo>
                    <a:pt x="4714" y="203"/>
                    <a:pt x="4099" y="1"/>
                    <a:pt x="34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9"/>
            <p:cNvSpPr/>
            <p:nvPr/>
          </p:nvSpPr>
          <p:spPr>
            <a:xfrm>
              <a:off x="4144273" y="1824986"/>
              <a:ext cx="62228" cy="59803"/>
            </a:xfrm>
            <a:custGeom>
              <a:avLst/>
              <a:gdLst/>
              <a:ahLst/>
              <a:cxnLst/>
              <a:rect l="l" t="t" r="r" b="b"/>
              <a:pathLst>
                <a:path w="1591" h="1529" extrusionOk="0">
                  <a:moveTo>
                    <a:pt x="1235" y="1"/>
                  </a:moveTo>
                  <a:cubicBezTo>
                    <a:pt x="1151" y="1"/>
                    <a:pt x="1067" y="32"/>
                    <a:pt x="1005" y="95"/>
                  </a:cubicBezTo>
                  <a:lnTo>
                    <a:pt x="126" y="974"/>
                  </a:lnTo>
                  <a:cubicBezTo>
                    <a:pt x="0" y="1099"/>
                    <a:pt x="0" y="1309"/>
                    <a:pt x="126" y="1434"/>
                  </a:cubicBezTo>
                  <a:cubicBezTo>
                    <a:pt x="189" y="1497"/>
                    <a:pt x="267" y="1528"/>
                    <a:pt x="346" y="1528"/>
                  </a:cubicBezTo>
                  <a:cubicBezTo>
                    <a:pt x="424" y="1528"/>
                    <a:pt x="503" y="1497"/>
                    <a:pt x="565" y="1434"/>
                  </a:cubicBezTo>
                  <a:lnTo>
                    <a:pt x="1465" y="535"/>
                  </a:lnTo>
                  <a:cubicBezTo>
                    <a:pt x="1591" y="409"/>
                    <a:pt x="1591" y="221"/>
                    <a:pt x="1465" y="95"/>
                  </a:cubicBezTo>
                  <a:cubicBezTo>
                    <a:pt x="1402" y="32"/>
                    <a:pt x="1319" y="1"/>
                    <a:pt x="1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9"/>
            <p:cNvSpPr/>
            <p:nvPr/>
          </p:nvSpPr>
          <p:spPr>
            <a:xfrm>
              <a:off x="4178741" y="1856604"/>
              <a:ext cx="61407" cy="59803"/>
            </a:xfrm>
            <a:custGeom>
              <a:avLst/>
              <a:gdLst/>
              <a:ahLst/>
              <a:cxnLst/>
              <a:rect l="l" t="t" r="r" b="b"/>
              <a:pathLst>
                <a:path w="1570" h="1529" extrusionOk="0">
                  <a:moveTo>
                    <a:pt x="1224" y="1"/>
                  </a:moveTo>
                  <a:cubicBezTo>
                    <a:pt x="1146" y="1"/>
                    <a:pt x="1067" y="32"/>
                    <a:pt x="1004" y="95"/>
                  </a:cubicBezTo>
                  <a:lnTo>
                    <a:pt x="105" y="995"/>
                  </a:lnTo>
                  <a:cubicBezTo>
                    <a:pt x="0" y="1120"/>
                    <a:pt x="0" y="1308"/>
                    <a:pt x="105" y="1434"/>
                  </a:cubicBezTo>
                  <a:cubicBezTo>
                    <a:pt x="167" y="1497"/>
                    <a:pt x="251" y="1528"/>
                    <a:pt x="335" y="1528"/>
                  </a:cubicBezTo>
                  <a:cubicBezTo>
                    <a:pt x="419" y="1528"/>
                    <a:pt x="502" y="1497"/>
                    <a:pt x="565" y="1434"/>
                  </a:cubicBezTo>
                  <a:lnTo>
                    <a:pt x="1444" y="555"/>
                  </a:lnTo>
                  <a:cubicBezTo>
                    <a:pt x="1569" y="430"/>
                    <a:pt x="1569" y="220"/>
                    <a:pt x="1444" y="95"/>
                  </a:cubicBezTo>
                  <a:cubicBezTo>
                    <a:pt x="1381" y="32"/>
                    <a:pt x="1303" y="1"/>
                    <a:pt x="12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9"/>
            <p:cNvSpPr/>
            <p:nvPr/>
          </p:nvSpPr>
          <p:spPr>
            <a:xfrm>
              <a:off x="4209777" y="1888106"/>
              <a:ext cx="61446" cy="59177"/>
            </a:xfrm>
            <a:custGeom>
              <a:avLst/>
              <a:gdLst/>
              <a:ahLst/>
              <a:cxnLst/>
              <a:rect l="l" t="t" r="r" b="b"/>
              <a:pathLst>
                <a:path w="1571" h="1513" extrusionOk="0">
                  <a:moveTo>
                    <a:pt x="1235" y="0"/>
                  </a:moveTo>
                  <a:cubicBezTo>
                    <a:pt x="1152" y="0"/>
                    <a:pt x="1068" y="32"/>
                    <a:pt x="1005" y="95"/>
                  </a:cubicBezTo>
                  <a:lnTo>
                    <a:pt x="126" y="973"/>
                  </a:lnTo>
                  <a:cubicBezTo>
                    <a:pt x="1" y="1099"/>
                    <a:pt x="1" y="1308"/>
                    <a:pt x="126" y="1434"/>
                  </a:cubicBezTo>
                  <a:cubicBezTo>
                    <a:pt x="189" y="1486"/>
                    <a:pt x="268" y="1512"/>
                    <a:pt x="346" y="1512"/>
                  </a:cubicBezTo>
                  <a:cubicBezTo>
                    <a:pt x="425" y="1512"/>
                    <a:pt x="503" y="1486"/>
                    <a:pt x="566" y="1434"/>
                  </a:cubicBezTo>
                  <a:lnTo>
                    <a:pt x="1466" y="534"/>
                  </a:lnTo>
                  <a:cubicBezTo>
                    <a:pt x="1570" y="408"/>
                    <a:pt x="1570" y="220"/>
                    <a:pt x="1466" y="95"/>
                  </a:cubicBezTo>
                  <a:cubicBezTo>
                    <a:pt x="1403" y="32"/>
                    <a:pt x="1319" y="0"/>
                    <a:pt x="12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9"/>
            <p:cNvSpPr/>
            <p:nvPr/>
          </p:nvSpPr>
          <p:spPr>
            <a:xfrm>
              <a:off x="4244170" y="1922485"/>
              <a:ext cx="61407" cy="59764"/>
            </a:xfrm>
            <a:custGeom>
              <a:avLst/>
              <a:gdLst/>
              <a:ahLst/>
              <a:cxnLst/>
              <a:rect l="l" t="t" r="r" b="b"/>
              <a:pathLst>
                <a:path w="1570" h="1528" extrusionOk="0">
                  <a:moveTo>
                    <a:pt x="1225" y="0"/>
                  </a:moveTo>
                  <a:cubicBezTo>
                    <a:pt x="1146" y="0"/>
                    <a:pt x="1068" y="32"/>
                    <a:pt x="1005" y="94"/>
                  </a:cubicBezTo>
                  <a:lnTo>
                    <a:pt x="105" y="994"/>
                  </a:lnTo>
                  <a:cubicBezTo>
                    <a:pt x="1" y="1120"/>
                    <a:pt x="1" y="1308"/>
                    <a:pt x="105" y="1434"/>
                  </a:cubicBezTo>
                  <a:cubicBezTo>
                    <a:pt x="168" y="1496"/>
                    <a:pt x="252" y="1528"/>
                    <a:pt x="335" y="1528"/>
                  </a:cubicBezTo>
                  <a:cubicBezTo>
                    <a:pt x="419" y="1528"/>
                    <a:pt x="503" y="1496"/>
                    <a:pt x="566" y="1434"/>
                  </a:cubicBezTo>
                  <a:lnTo>
                    <a:pt x="1444" y="555"/>
                  </a:lnTo>
                  <a:cubicBezTo>
                    <a:pt x="1570" y="429"/>
                    <a:pt x="1570" y="220"/>
                    <a:pt x="1444" y="94"/>
                  </a:cubicBezTo>
                  <a:cubicBezTo>
                    <a:pt x="1382" y="32"/>
                    <a:pt x="1303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9"/>
            <p:cNvSpPr/>
            <p:nvPr/>
          </p:nvSpPr>
          <p:spPr>
            <a:xfrm>
              <a:off x="4051295" y="1648300"/>
              <a:ext cx="401098" cy="353248"/>
            </a:xfrm>
            <a:custGeom>
              <a:avLst/>
              <a:gdLst/>
              <a:ahLst/>
              <a:cxnLst/>
              <a:rect l="l" t="t" r="r" b="b"/>
              <a:pathLst>
                <a:path w="11048" h="9730" extrusionOk="0">
                  <a:moveTo>
                    <a:pt x="7519" y="656"/>
                  </a:moveTo>
                  <a:cubicBezTo>
                    <a:pt x="8140" y="656"/>
                    <a:pt x="8753" y="853"/>
                    <a:pt x="9248" y="1256"/>
                  </a:cubicBezTo>
                  <a:lnTo>
                    <a:pt x="9625" y="1632"/>
                  </a:lnTo>
                  <a:cubicBezTo>
                    <a:pt x="10483" y="2511"/>
                    <a:pt x="10629" y="3745"/>
                    <a:pt x="10044" y="4750"/>
                  </a:cubicBezTo>
                  <a:cubicBezTo>
                    <a:pt x="10023" y="4687"/>
                    <a:pt x="9960" y="4624"/>
                    <a:pt x="9918" y="4562"/>
                  </a:cubicBezTo>
                  <a:lnTo>
                    <a:pt x="8349" y="3013"/>
                  </a:lnTo>
                  <a:cubicBezTo>
                    <a:pt x="8474" y="2971"/>
                    <a:pt x="8579" y="2888"/>
                    <a:pt x="8663" y="2804"/>
                  </a:cubicBezTo>
                  <a:lnTo>
                    <a:pt x="9039" y="2427"/>
                  </a:lnTo>
                  <a:lnTo>
                    <a:pt x="8600" y="1988"/>
                  </a:lnTo>
                  <a:lnTo>
                    <a:pt x="8223" y="2365"/>
                  </a:lnTo>
                  <a:cubicBezTo>
                    <a:pt x="8158" y="2430"/>
                    <a:pt x="8080" y="2457"/>
                    <a:pt x="8000" y="2457"/>
                  </a:cubicBezTo>
                  <a:cubicBezTo>
                    <a:pt x="7876" y="2457"/>
                    <a:pt x="7747" y="2391"/>
                    <a:pt x="7658" y="2302"/>
                  </a:cubicBezTo>
                  <a:cubicBezTo>
                    <a:pt x="7459" y="2114"/>
                    <a:pt x="7201" y="2019"/>
                    <a:pt x="6942" y="2019"/>
                  </a:cubicBezTo>
                  <a:cubicBezTo>
                    <a:pt x="6739" y="2019"/>
                    <a:pt x="6536" y="2078"/>
                    <a:pt x="6361" y="2197"/>
                  </a:cubicBezTo>
                  <a:lnTo>
                    <a:pt x="4666" y="3327"/>
                  </a:lnTo>
                  <a:cubicBezTo>
                    <a:pt x="4594" y="3372"/>
                    <a:pt x="4518" y="3394"/>
                    <a:pt x="4444" y="3394"/>
                  </a:cubicBezTo>
                  <a:cubicBezTo>
                    <a:pt x="4348" y="3394"/>
                    <a:pt x="4256" y="3356"/>
                    <a:pt x="4185" y="3285"/>
                  </a:cubicBezTo>
                  <a:cubicBezTo>
                    <a:pt x="4038" y="3139"/>
                    <a:pt x="4038" y="2888"/>
                    <a:pt x="4185" y="2741"/>
                  </a:cubicBezTo>
                  <a:lnTo>
                    <a:pt x="5378" y="1549"/>
                  </a:lnTo>
                  <a:cubicBezTo>
                    <a:pt x="5968" y="958"/>
                    <a:pt x="6750" y="656"/>
                    <a:pt x="7519" y="656"/>
                  </a:cubicBezTo>
                  <a:close/>
                  <a:moveTo>
                    <a:pt x="3916" y="4928"/>
                  </a:moveTo>
                  <a:cubicBezTo>
                    <a:pt x="3997" y="4928"/>
                    <a:pt x="4080" y="4959"/>
                    <a:pt x="4143" y="5022"/>
                  </a:cubicBezTo>
                  <a:cubicBezTo>
                    <a:pt x="4269" y="5147"/>
                    <a:pt x="4269" y="5336"/>
                    <a:pt x="4143" y="5461"/>
                  </a:cubicBezTo>
                  <a:lnTo>
                    <a:pt x="3243" y="6340"/>
                  </a:lnTo>
                  <a:cubicBezTo>
                    <a:pt x="3181" y="6403"/>
                    <a:pt x="3102" y="6434"/>
                    <a:pt x="3024" y="6434"/>
                  </a:cubicBezTo>
                  <a:cubicBezTo>
                    <a:pt x="2945" y="6434"/>
                    <a:pt x="2867" y="6403"/>
                    <a:pt x="2804" y="6340"/>
                  </a:cubicBezTo>
                  <a:cubicBezTo>
                    <a:pt x="2678" y="6214"/>
                    <a:pt x="2678" y="6026"/>
                    <a:pt x="2804" y="5901"/>
                  </a:cubicBezTo>
                  <a:lnTo>
                    <a:pt x="3704" y="5022"/>
                  </a:lnTo>
                  <a:cubicBezTo>
                    <a:pt x="3756" y="4959"/>
                    <a:pt x="3834" y="4928"/>
                    <a:pt x="3916" y="4928"/>
                  </a:cubicBezTo>
                  <a:close/>
                  <a:moveTo>
                    <a:pt x="4802" y="5806"/>
                  </a:moveTo>
                  <a:cubicBezTo>
                    <a:pt x="4881" y="5806"/>
                    <a:pt x="4959" y="5838"/>
                    <a:pt x="5022" y="5901"/>
                  </a:cubicBezTo>
                  <a:cubicBezTo>
                    <a:pt x="5147" y="6026"/>
                    <a:pt x="5147" y="6214"/>
                    <a:pt x="5022" y="6340"/>
                  </a:cubicBezTo>
                  <a:lnTo>
                    <a:pt x="4143" y="7240"/>
                  </a:lnTo>
                  <a:cubicBezTo>
                    <a:pt x="4080" y="7303"/>
                    <a:pt x="3997" y="7334"/>
                    <a:pt x="3913" y="7334"/>
                  </a:cubicBezTo>
                  <a:cubicBezTo>
                    <a:pt x="3829" y="7334"/>
                    <a:pt x="3745" y="7303"/>
                    <a:pt x="3683" y="7240"/>
                  </a:cubicBezTo>
                  <a:cubicBezTo>
                    <a:pt x="3578" y="7114"/>
                    <a:pt x="3578" y="6905"/>
                    <a:pt x="3683" y="6779"/>
                  </a:cubicBezTo>
                  <a:lnTo>
                    <a:pt x="4582" y="5901"/>
                  </a:lnTo>
                  <a:cubicBezTo>
                    <a:pt x="4645" y="5838"/>
                    <a:pt x="4724" y="5806"/>
                    <a:pt x="4802" y="5806"/>
                  </a:cubicBezTo>
                  <a:close/>
                  <a:moveTo>
                    <a:pt x="3907" y="637"/>
                  </a:moveTo>
                  <a:cubicBezTo>
                    <a:pt x="4328" y="637"/>
                    <a:pt x="4752" y="730"/>
                    <a:pt x="5147" y="921"/>
                  </a:cubicBezTo>
                  <a:cubicBezTo>
                    <a:pt x="5064" y="984"/>
                    <a:pt x="5001" y="1046"/>
                    <a:pt x="4917" y="1109"/>
                  </a:cubicBezTo>
                  <a:lnTo>
                    <a:pt x="3725" y="2302"/>
                  </a:lnTo>
                  <a:cubicBezTo>
                    <a:pt x="3348" y="2699"/>
                    <a:pt x="3348" y="3327"/>
                    <a:pt x="3725" y="3725"/>
                  </a:cubicBezTo>
                  <a:cubicBezTo>
                    <a:pt x="3930" y="3918"/>
                    <a:pt x="4191" y="4020"/>
                    <a:pt x="4451" y="4020"/>
                  </a:cubicBezTo>
                  <a:cubicBezTo>
                    <a:pt x="4642" y="4020"/>
                    <a:pt x="4833" y="3965"/>
                    <a:pt x="5001" y="3850"/>
                  </a:cubicBezTo>
                  <a:lnTo>
                    <a:pt x="6696" y="2720"/>
                  </a:lnTo>
                  <a:cubicBezTo>
                    <a:pt x="6768" y="2675"/>
                    <a:pt x="6848" y="2653"/>
                    <a:pt x="6928" y="2653"/>
                  </a:cubicBezTo>
                  <a:cubicBezTo>
                    <a:pt x="7032" y="2653"/>
                    <a:pt x="7136" y="2691"/>
                    <a:pt x="7219" y="2762"/>
                  </a:cubicBezTo>
                  <a:lnTo>
                    <a:pt x="9458" y="5022"/>
                  </a:lnTo>
                  <a:cubicBezTo>
                    <a:pt x="9583" y="5147"/>
                    <a:pt x="9583" y="5336"/>
                    <a:pt x="9479" y="5461"/>
                  </a:cubicBezTo>
                  <a:cubicBezTo>
                    <a:pt x="9416" y="5524"/>
                    <a:pt x="9332" y="5555"/>
                    <a:pt x="9248" y="5555"/>
                  </a:cubicBezTo>
                  <a:cubicBezTo>
                    <a:pt x="9165" y="5555"/>
                    <a:pt x="9081" y="5524"/>
                    <a:pt x="9018" y="5461"/>
                  </a:cubicBezTo>
                  <a:lnTo>
                    <a:pt x="7240" y="3683"/>
                  </a:lnTo>
                  <a:lnTo>
                    <a:pt x="6800" y="4122"/>
                  </a:lnTo>
                  <a:lnTo>
                    <a:pt x="8579" y="5901"/>
                  </a:lnTo>
                  <a:cubicBezTo>
                    <a:pt x="8704" y="6026"/>
                    <a:pt x="8704" y="6214"/>
                    <a:pt x="8579" y="6340"/>
                  </a:cubicBezTo>
                  <a:cubicBezTo>
                    <a:pt x="8516" y="6403"/>
                    <a:pt x="8438" y="6434"/>
                    <a:pt x="8359" y="6434"/>
                  </a:cubicBezTo>
                  <a:cubicBezTo>
                    <a:pt x="8281" y="6434"/>
                    <a:pt x="8202" y="6403"/>
                    <a:pt x="8139" y="6340"/>
                  </a:cubicBezTo>
                  <a:lnTo>
                    <a:pt x="6361" y="4562"/>
                  </a:lnTo>
                  <a:lnTo>
                    <a:pt x="5922" y="5022"/>
                  </a:lnTo>
                  <a:lnTo>
                    <a:pt x="7700" y="6800"/>
                  </a:lnTo>
                  <a:cubicBezTo>
                    <a:pt x="7805" y="6905"/>
                    <a:pt x="7805" y="7114"/>
                    <a:pt x="7700" y="7240"/>
                  </a:cubicBezTo>
                  <a:cubicBezTo>
                    <a:pt x="7637" y="7303"/>
                    <a:pt x="7554" y="7334"/>
                    <a:pt x="7470" y="7334"/>
                  </a:cubicBezTo>
                  <a:cubicBezTo>
                    <a:pt x="7386" y="7334"/>
                    <a:pt x="7303" y="7303"/>
                    <a:pt x="7240" y="7240"/>
                  </a:cubicBezTo>
                  <a:cubicBezTo>
                    <a:pt x="7072" y="7072"/>
                    <a:pt x="6863" y="6968"/>
                    <a:pt x="6633" y="6968"/>
                  </a:cubicBezTo>
                  <a:cubicBezTo>
                    <a:pt x="6612" y="6738"/>
                    <a:pt x="6528" y="6507"/>
                    <a:pt x="6361" y="6340"/>
                  </a:cubicBezTo>
                  <a:cubicBezTo>
                    <a:pt x="6194" y="6173"/>
                    <a:pt x="5984" y="6089"/>
                    <a:pt x="5733" y="6068"/>
                  </a:cubicBezTo>
                  <a:cubicBezTo>
                    <a:pt x="5733" y="5838"/>
                    <a:pt x="5629" y="5629"/>
                    <a:pt x="5461" y="5461"/>
                  </a:cubicBezTo>
                  <a:cubicBezTo>
                    <a:pt x="5294" y="5294"/>
                    <a:pt x="5085" y="5189"/>
                    <a:pt x="4854" y="5189"/>
                  </a:cubicBezTo>
                  <a:cubicBezTo>
                    <a:pt x="4834" y="4959"/>
                    <a:pt x="4750" y="4729"/>
                    <a:pt x="4582" y="4562"/>
                  </a:cubicBezTo>
                  <a:cubicBezTo>
                    <a:pt x="4394" y="4384"/>
                    <a:pt x="4154" y="4295"/>
                    <a:pt x="3913" y="4295"/>
                  </a:cubicBezTo>
                  <a:cubicBezTo>
                    <a:pt x="3672" y="4295"/>
                    <a:pt x="3432" y="4384"/>
                    <a:pt x="3243" y="4562"/>
                  </a:cubicBezTo>
                  <a:lnTo>
                    <a:pt x="2365" y="5461"/>
                  </a:lnTo>
                  <a:cubicBezTo>
                    <a:pt x="2281" y="5524"/>
                    <a:pt x="2218" y="5629"/>
                    <a:pt x="2176" y="5712"/>
                  </a:cubicBezTo>
                  <a:lnTo>
                    <a:pt x="1632" y="5189"/>
                  </a:lnTo>
                  <a:cubicBezTo>
                    <a:pt x="732" y="4269"/>
                    <a:pt x="691" y="2825"/>
                    <a:pt x="1549" y="1862"/>
                  </a:cubicBezTo>
                  <a:lnTo>
                    <a:pt x="1800" y="1569"/>
                  </a:lnTo>
                  <a:cubicBezTo>
                    <a:pt x="2357" y="958"/>
                    <a:pt x="3127" y="637"/>
                    <a:pt x="3907" y="637"/>
                  </a:cubicBezTo>
                  <a:close/>
                  <a:moveTo>
                    <a:pt x="5691" y="6701"/>
                  </a:moveTo>
                  <a:cubicBezTo>
                    <a:pt x="5775" y="6701"/>
                    <a:pt x="5859" y="6727"/>
                    <a:pt x="5922" y="6779"/>
                  </a:cubicBezTo>
                  <a:cubicBezTo>
                    <a:pt x="6026" y="6905"/>
                    <a:pt x="6026" y="7114"/>
                    <a:pt x="5922" y="7240"/>
                  </a:cubicBezTo>
                  <a:lnTo>
                    <a:pt x="5022" y="8119"/>
                  </a:lnTo>
                  <a:cubicBezTo>
                    <a:pt x="4959" y="8181"/>
                    <a:pt x="4881" y="8213"/>
                    <a:pt x="4802" y="8213"/>
                  </a:cubicBezTo>
                  <a:cubicBezTo>
                    <a:pt x="4724" y="8213"/>
                    <a:pt x="4645" y="8181"/>
                    <a:pt x="4582" y="8119"/>
                  </a:cubicBezTo>
                  <a:cubicBezTo>
                    <a:pt x="4457" y="7993"/>
                    <a:pt x="4457" y="7805"/>
                    <a:pt x="4582" y="7679"/>
                  </a:cubicBezTo>
                  <a:lnTo>
                    <a:pt x="5461" y="6779"/>
                  </a:lnTo>
                  <a:cubicBezTo>
                    <a:pt x="5524" y="6727"/>
                    <a:pt x="5608" y="6701"/>
                    <a:pt x="5691" y="6701"/>
                  </a:cubicBezTo>
                  <a:close/>
                  <a:moveTo>
                    <a:pt x="6581" y="7585"/>
                  </a:moveTo>
                  <a:cubicBezTo>
                    <a:pt x="6659" y="7585"/>
                    <a:pt x="6738" y="7616"/>
                    <a:pt x="6800" y="7679"/>
                  </a:cubicBezTo>
                  <a:cubicBezTo>
                    <a:pt x="6926" y="7805"/>
                    <a:pt x="6926" y="7993"/>
                    <a:pt x="6800" y="8119"/>
                  </a:cubicBezTo>
                  <a:lnTo>
                    <a:pt x="5922" y="9018"/>
                  </a:lnTo>
                  <a:cubicBezTo>
                    <a:pt x="5859" y="9081"/>
                    <a:pt x="5775" y="9112"/>
                    <a:pt x="5691" y="9112"/>
                  </a:cubicBezTo>
                  <a:cubicBezTo>
                    <a:pt x="5608" y="9112"/>
                    <a:pt x="5524" y="9081"/>
                    <a:pt x="5461" y="9018"/>
                  </a:cubicBezTo>
                  <a:cubicBezTo>
                    <a:pt x="5357" y="8893"/>
                    <a:pt x="5357" y="8683"/>
                    <a:pt x="5461" y="8558"/>
                  </a:cubicBezTo>
                  <a:lnTo>
                    <a:pt x="6361" y="7679"/>
                  </a:lnTo>
                  <a:cubicBezTo>
                    <a:pt x="6424" y="7616"/>
                    <a:pt x="6502" y="7585"/>
                    <a:pt x="6581" y="7585"/>
                  </a:cubicBezTo>
                  <a:close/>
                  <a:moveTo>
                    <a:pt x="3917" y="0"/>
                  </a:moveTo>
                  <a:cubicBezTo>
                    <a:pt x="3790" y="0"/>
                    <a:pt x="3663" y="7"/>
                    <a:pt x="3536" y="21"/>
                  </a:cubicBezTo>
                  <a:cubicBezTo>
                    <a:pt x="2678" y="126"/>
                    <a:pt x="1904" y="523"/>
                    <a:pt x="1339" y="1151"/>
                  </a:cubicBezTo>
                  <a:lnTo>
                    <a:pt x="1088" y="1444"/>
                  </a:lnTo>
                  <a:cubicBezTo>
                    <a:pt x="0" y="2637"/>
                    <a:pt x="63" y="4478"/>
                    <a:pt x="1214" y="5629"/>
                  </a:cubicBezTo>
                  <a:lnTo>
                    <a:pt x="2365" y="6779"/>
                  </a:lnTo>
                  <a:cubicBezTo>
                    <a:pt x="2532" y="6947"/>
                    <a:pt x="2741" y="7051"/>
                    <a:pt x="2971" y="7072"/>
                  </a:cubicBezTo>
                  <a:cubicBezTo>
                    <a:pt x="2992" y="7303"/>
                    <a:pt x="3097" y="7512"/>
                    <a:pt x="3243" y="7679"/>
                  </a:cubicBezTo>
                  <a:cubicBezTo>
                    <a:pt x="3411" y="7847"/>
                    <a:pt x="3641" y="7930"/>
                    <a:pt x="3871" y="7951"/>
                  </a:cubicBezTo>
                  <a:cubicBezTo>
                    <a:pt x="3871" y="8181"/>
                    <a:pt x="3976" y="8391"/>
                    <a:pt x="4143" y="8579"/>
                  </a:cubicBezTo>
                  <a:cubicBezTo>
                    <a:pt x="4310" y="8746"/>
                    <a:pt x="4541" y="8830"/>
                    <a:pt x="4750" y="8851"/>
                  </a:cubicBezTo>
                  <a:cubicBezTo>
                    <a:pt x="4771" y="9060"/>
                    <a:pt x="4854" y="9290"/>
                    <a:pt x="5022" y="9458"/>
                  </a:cubicBezTo>
                  <a:cubicBezTo>
                    <a:pt x="5210" y="9646"/>
                    <a:pt x="5461" y="9730"/>
                    <a:pt x="5691" y="9730"/>
                  </a:cubicBezTo>
                  <a:cubicBezTo>
                    <a:pt x="5942" y="9730"/>
                    <a:pt x="6173" y="9646"/>
                    <a:pt x="6361" y="9458"/>
                  </a:cubicBezTo>
                  <a:lnTo>
                    <a:pt x="7261" y="8579"/>
                  </a:lnTo>
                  <a:cubicBezTo>
                    <a:pt x="7428" y="8411"/>
                    <a:pt x="7512" y="8181"/>
                    <a:pt x="7533" y="7951"/>
                  </a:cubicBezTo>
                  <a:cubicBezTo>
                    <a:pt x="7742" y="7951"/>
                    <a:pt x="7972" y="7847"/>
                    <a:pt x="8139" y="7679"/>
                  </a:cubicBezTo>
                  <a:cubicBezTo>
                    <a:pt x="8307" y="7512"/>
                    <a:pt x="8411" y="7303"/>
                    <a:pt x="8411" y="7072"/>
                  </a:cubicBezTo>
                  <a:cubicBezTo>
                    <a:pt x="8642" y="7051"/>
                    <a:pt x="8872" y="6968"/>
                    <a:pt x="9039" y="6779"/>
                  </a:cubicBezTo>
                  <a:cubicBezTo>
                    <a:pt x="9207" y="6633"/>
                    <a:pt x="9290" y="6403"/>
                    <a:pt x="9311" y="6173"/>
                  </a:cubicBezTo>
                  <a:cubicBezTo>
                    <a:pt x="9520" y="6152"/>
                    <a:pt x="9751" y="6068"/>
                    <a:pt x="9918" y="5901"/>
                  </a:cubicBezTo>
                  <a:lnTo>
                    <a:pt x="10064" y="5754"/>
                  </a:lnTo>
                  <a:cubicBezTo>
                    <a:pt x="10692" y="5126"/>
                    <a:pt x="11048" y="4310"/>
                    <a:pt x="11048" y="3473"/>
                  </a:cubicBezTo>
                  <a:cubicBezTo>
                    <a:pt x="11027" y="2616"/>
                    <a:pt x="10692" y="1800"/>
                    <a:pt x="10064" y="1193"/>
                  </a:cubicBezTo>
                  <a:lnTo>
                    <a:pt x="9667" y="795"/>
                  </a:lnTo>
                  <a:cubicBezTo>
                    <a:pt x="9064" y="287"/>
                    <a:pt x="8309" y="33"/>
                    <a:pt x="7508" y="33"/>
                  </a:cubicBezTo>
                  <a:cubicBezTo>
                    <a:pt x="7419" y="33"/>
                    <a:pt x="7330" y="36"/>
                    <a:pt x="7240" y="42"/>
                  </a:cubicBezTo>
                  <a:cubicBezTo>
                    <a:pt x="6717" y="84"/>
                    <a:pt x="6194" y="251"/>
                    <a:pt x="5712" y="502"/>
                  </a:cubicBezTo>
                  <a:cubicBezTo>
                    <a:pt x="5173" y="172"/>
                    <a:pt x="4546" y="0"/>
                    <a:pt x="3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1" name="Google Shape;771;p43"/>
          <p:cNvCxnSpPr/>
          <p:nvPr/>
        </p:nvCxnSpPr>
        <p:spPr>
          <a:xfrm>
            <a:off x="2817300" y="3547450"/>
            <a:ext cx="3618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2" name="Google Shape;772;p43"/>
          <p:cNvSpPr txBox="1">
            <a:spLocks noGrp="1"/>
          </p:cNvSpPr>
          <p:nvPr>
            <p:ph type="body" idx="1"/>
          </p:nvPr>
        </p:nvSpPr>
        <p:spPr>
          <a:xfrm>
            <a:off x="1519201" y="954341"/>
            <a:ext cx="6105600" cy="2052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/>
            <a:r>
              <a:rPr lang="en-US" sz="2800" dirty="0"/>
              <a:t>Unorganized searching</a:t>
            </a:r>
          </a:p>
          <a:p>
            <a:pPr marL="285750" indent="-285750" algn="just"/>
            <a:r>
              <a:rPr lang="en-US" sz="2800" dirty="0"/>
              <a:t>Delayed responses</a:t>
            </a:r>
          </a:p>
          <a:p>
            <a:pPr marL="285750" indent="-285750" algn="just"/>
            <a:r>
              <a:rPr lang="en-US" sz="2800" dirty="0"/>
              <a:t>No central platform</a:t>
            </a:r>
          </a:p>
          <a:p>
            <a:pPr marL="285750" indent="-285750" algn="just"/>
            <a:r>
              <a:rPr lang="en-US" sz="2800" dirty="0"/>
              <a:t>Missing vital metrics</a:t>
            </a:r>
          </a:p>
        </p:txBody>
      </p:sp>
      <p:sp>
        <p:nvSpPr>
          <p:cNvPr id="773" name="Google Shape;773;p43"/>
          <p:cNvSpPr txBox="1">
            <a:spLocks noGrp="1"/>
          </p:cNvSpPr>
          <p:nvPr>
            <p:ph type="title"/>
          </p:nvPr>
        </p:nvSpPr>
        <p:spPr>
          <a:xfrm>
            <a:off x="1519200" y="182141"/>
            <a:ext cx="6105600" cy="77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Problem Statement</a:t>
            </a:r>
            <a:endParaRPr sz="5400" dirty="0"/>
          </a:p>
        </p:txBody>
      </p:sp>
      <p:grpSp>
        <p:nvGrpSpPr>
          <p:cNvPr id="774" name="Google Shape;774;p43"/>
          <p:cNvGrpSpPr/>
          <p:nvPr/>
        </p:nvGrpSpPr>
        <p:grpSpPr>
          <a:xfrm>
            <a:off x="2388713" y="3132618"/>
            <a:ext cx="4366593" cy="570708"/>
            <a:chOff x="2388713" y="3132618"/>
            <a:chExt cx="4366593" cy="570708"/>
          </a:xfrm>
        </p:grpSpPr>
        <p:grpSp>
          <p:nvGrpSpPr>
            <p:cNvPr id="775" name="Google Shape;775;p43"/>
            <p:cNvGrpSpPr/>
            <p:nvPr/>
          </p:nvGrpSpPr>
          <p:grpSpPr>
            <a:xfrm>
              <a:off x="2388713" y="3182416"/>
              <a:ext cx="443284" cy="520910"/>
              <a:chOff x="6186075" y="2782464"/>
              <a:chExt cx="352344" cy="414012"/>
            </a:xfrm>
          </p:grpSpPr>
          <p:sp>
            <p:nvSpPr>
              <p:cNvPr id="776" name="Google Shape;776;p43"/>
              <p:cNvSpPr/>
              <p:nvPr/>
            </p:nvSpPr>
            <p:spPr>
              <a:xfrm rot="10800000">
                <a:off x="6190719" y="2828781"/>
                <a:ext cx="196500" cy="102300"/>
              </a:xfrm>
              <a:prstGeom prst="trapezoid">
                <a:avLst>
                  <a:gd name="adj" fmla="val 31427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77" name="Google Shape;777;p43"/>
              <p:cNvGrpSpPr/>
              <p:nvPr/>
            </p:nvGrpSpPr>
            <p:grpSpPr>
              <a:xfrm>
                <a:off x="6186075" y="3115175"/>
                <a:ext cx="297952" cy="81301"/>
                <a:chOff x="6186075" y="3115175"/>
                <a:chExt cx="297952" cy="81301"/>
              </a:xfrm>
            </p:grpSpPr>
            <p:sp>
              <p:nvSpPr>
                <p:cNvPr id="778" name="Google Shape;778;p43"/>
                <p:cNvSpPr/>
                <p:nvPr/>
              </p:nvSpPr>
              <p:spPr>
                <a:xfrm>
                  <a:off x="6186075" y="3116061"/>
                  <a:ext cx="150642" cy="80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1905" extrusionOk="0">
                      <a:moveTo>
                        <a:pt x="2490" y="0"/>
                      </a:moveTo>
                      <a:lnTo>
                        <a:pt x="1026" y="189"/>
                      </a:lnTo>
                      <a:cubicBezTo>
                        <a:pt x="419" y="398"/>
                        <a:pt x="0" y="1026"/>
                        <a:pt x="0" y="1674"/>
                      </a:cubicBezTo>
                      <a:lnTo>
                        <a:pt x="0" y="1905"/>
                      </a:lnTo>
                      <a:lnTo>
                        <a:pt x="3767" y="1905"/>
                      </a:lnTo>
                      <a:lnTo>
                        <a:pt x="3767" y="1695"/>
                      </a:lnTo>
                      <a:lnTo>
                        <a:pt x="249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79" name="Google Shape;779;p43"/>
                <p:cNvSpPr/>
                <p:nvPr/>
              </p:nvSpPr>
              <p:spPr>
                <a:xfrm>
                  <a:off x="6333384" y="3115175"/>
                  <a:ext cx="150642" cy="81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1926" extrusionOk="0">
                      <a:moveTo>
                        <a:pt x="1256" y="1"/>
                      </a:moveTo>
                      <a:lnTo>
                        <a:pt x="0" y="1716"/>
                      </a:lnTo>
                      <a:lnTo>
                        <a:pt x="0" y="1926"/>
                      </a:lnTo>
                      <a:lnTo>
                        <a:pt x="3767" y="1926"/>
                      </a:lnTo>
                      <a:lnTo>
                        <a:pt x="3767" y="1695"/>
                      </a:lnTo>
                      <a:cubicBezTo>
                        <a:pt x="3767" y="1047"/>
                        <a:pt x="3348" y="419"/>
                        <a:pt x="2741" y="210"/>
                      </a:cubicBezTo>
                      <a:lnTo>
                        <a:pt x="125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80" name="Google Shape;780;p43"/>
              <p:cNvSpPr/>
              <p:nvPr/>
            </p:nvSpPr>
            <p:spPr>
              <a:xfrm>
                <a:off x="6196535" y="2782464"/>
                <a:ext cx="341884" cy="389698"/>
              </a:xfrm>
              <a:custGeom>
                <a:avLst/>
                <a:gdLst/>
                <a:ahLst/>
                <a:cxnLst/>
                <a:rect l="l" t="t" r="r" b="b"/>
                <a:pathLst>
                  <a:path w="9417" h="10734" extrusionOk="0">
                    <a:moveTo>
                      <a:pt x="4395" y="628"/>
                    </a:moveTo>
                    <a:lnTo>
                      <a:pt x="4395" y="1276"/>
                    </a:lnTo>
                    <a:lnTo>
                      <a:pt x="3767" y="1276"/>
                    </a:lnTo>
                    <a:lnTo>
                      <a:pt x="3767" y="1904"/>
                    </a:lnTo>
                    <a:lnTo>
                      <a:pt x="4395" y="1904"/>
                    </a:lnTo>
                    <a:lnTo>
                      <a:pt x="4395" y="2532"/>
                    </a:lnTo>
                    <a:lnTo>
                      <a:pt x="3202" y="2532"/>
                    </a:lnTo>
                    <a:lnTo>
                      <a:pt x="2616" y="628"/>
                    </a:lnTo>
                    <a:close/>
                    <a:moveTo>
                      <a:pt x="6822" y="628"/>
                    </a:moveTo>
                    <a:lnTo>
                      <a:pt x="6341" y="2532"/>
                    </a:lnTo>
                    <a:lnTo>
                      <a:pt x="5022" y="2532"/>
                    </a:lnTo>
                    <a:lnTo>
                      <a:pt x="5022" y="1904"/>
                    </a:lnTo>
                    <a:lnTo>
                      <a:pt x="5650" y="1904"/>
                    </a:lnTo>
                    <a:lnTo>
                      <a:pt x="5650" y="1276"/>
                    </a:lnTo>
                    <a:lnTo>
                      <a:pt x="5022" y="1276"/>
                    </a:lnTo>
                    <a:lnTo>
                      <a:pt x="5022" y="628"/>
                    </a:lnTo>
                    <a:close/>
                    <a:moveTo>
                      <a:pt x="7010" y="2469"/>
                    </a:moveTo>
                    <a:cubicBezTo>
                      <a:pt x="7282" y="2867"/>
                      <a:pt x="7470" y="3306"/>
                      <a:pt x="7512" y="3787"/>
                    </a:cubicBezTo>
                    <a:lnTo>
                      <a:pt x="4206" y="3787"/>
                    </a:lnTo>
                    <a:lnTo>
                      <a:pt x="3579" y="3160"/>
                    </a:lnTo>
                    <a:lnTo>
                      <a:pt x="6843" y="3160"/>
                    </a:lnTo>
                    <a:lnTo>
                      <a:pt x="7010" y="2469"/>
                    </a:lnTo>
                    <a:close/>
                    <a:moveTo>
                      <a:pt x="2491" y="2364"/>
                    </a:moveTo>
                    <a:lnTo>
                      <a:pt x="2742" y="3160"/>
                    </a:lnTo>
                    <a:lnTo>
                      <a:pt x="3328" y="3160"/>
                    </a:lnTo>
                    <a:lnTo>
                      <a:pt x="2700" y="3787"/>
                    </a:lnTo>
                    <a:lnTo>
                      <a:pt x="2512" y="3787"/>
                    </a:lnTo>
                    <a:cubicBezTo>
                      <a:pt x="2281" y="3787"/>
                      <a:pt x="2072" y="3850"/>
                      <a:pt x="1884" y="3955"/>
                    </a:cubicBezTo>
                    <a:cubicBezTo>
                      <a:pt x="1905" y="3369"/>
                      <a:pt x="2135" y="2825"/>
                      <a:pt x="2491" y="2364"/>
                    </a:cubicBezTo>
                    <a:close/>
                    <a:moveTo>
                      <a:pt x="2512" y="4436"/>
                    </a:moveTo>
                    <a:lnTo>
                      <a:pt x="2512" y="5377"/>
                    </a:lnTo>
                    <a:cubicBezTo>
                      <a:pt x="2512" y="5482"/>
                      <a:pt x="2512" y="5587"/>
                      <a:pt x="2533" y="5691"/>
                    </a:cubicBezTo>
                    <a:lnTo>
                      <a:pt x="2512" y="5691"/>
                    </a:lnTo>
                    <a:cubicBezTo>
                      <a:pt x="2156" y="5691"/>
                      <a:pt x="1884" y="5398"/>
                      <a:pt x="1884" y="5064"/>
                    </a:cubicBezTo>
                    <a:cubicBezTo>
                      <a:pt x="1884" y="4708"/>
                      <a:pt x="2156" y="4436"/>
                      <a:pt x="2512" y="4436"/>
                    </a:cubicBezTo>
                    <a:close/>
                    <a:moveTo>
                      <a:pt x="6906" y="4436"/>
                    </a:moveTo>
                    <a:cubicBezTo>
                      <a:pt x="7261" y="4436"/>
                      <a:pt x="7533" y="4708"/>
                      <a:pt x="7533" y="5064"/>
                    </a:cubicBezTo>
                    <a:cubicBezTo>
                      <a:pt x="7533" y="5398"/>
                      <a:pt x="7261" y="5691"/>
                      <a:pt x="6906" y="5691"/>
                    </a:cubicBezTo>
                    <a:lnTo>
                      <a:pt x="6885" y="5691"/>
                    </a:lnTo>
                    <a:cubicBezTo>
                      <a:pt x="6906" y="5587"/>
                      <a:pt x="6906" y="5482"/>
                      <a:pt x="6906" y="5377"/>
                    </a:cubicBezTo>
                    <a:lnTo>
                      <a:pt x="6906" y="4436"/>
                    </a:lnTo>
                    <a:close/>
                    <a:moveTo>
                      <a:pt x="3453" y="3934"/>
                    </a:moveTo>
                    <a:lnTo>
                      <a:pt x="3955" y="4436"/>
                    </a:lnTo>
                    <a:lnTo>
                      <a:pt x="6278" y="4436"/>
                    </a:lnTo>
                    <a:lnTo>
                      <a:pt x="6278" y="5357"/>
                    </a:lnTo>
                    <a:cubicBezTo>
                      <a:pt x="6278" y="6235"/>
                      <a:pt x="5566" y="6947"/>
                      <a:pt x="4709" y="6947"/>
                    </a:cubicBezTo>
                    <a:cubicBezTo>
                      <a:pt x="3830" y="6947"/>
                      <a:pt x="3139" y="6235"/>
                      <a:pt x="3139" y="5377"/>
                    </a:cubicBezTo>
                    <a:lnTo>
                      <a:pt x="3139" y="4248"/>
                    </a:lnTo>
                    <a:lnTo>
                      <a:pt x="3453" y="3934"/>
                    </a:lnTo>
                    <a:close/>
                    <a:moveTo>
                      <a:pt x="1842" y="6131"/>
                    </a:moveTo>
                    <a:cubicBezTo>
                      <a:pt x="2030" y="6235"/>
                      <a:pt x="2261" y="6319"/>
                      <a:pt x="2512" y="6319"/>
                    </a:cubicBezTo>
                    <a:lnTo>
                      <a:pt x="2721" y="6319"/>
                    </a:lnTo>
                    <a:cubicBezTo>
                      <a:pt x="2867" y="6612"/>
                      <a:pt x="3056" y="6863"/>
                      <a:pt x="3307" y="7072"/>
                    </a:cubicBezTo>
                    <a:lnTo>
                      <a:pt x="3202" y="7533"/>
                    </a:lnTo>
                    <a:lnTo>
                      <a:pt x="1507" y="7763"/>
                    </a:lnTo>
                    <a:lnTo>
                      <a:pt x="1465" y="7763"/>
                    </a:lnTo>
                    <a:cubicBezTo>
                      <a:pt x="1340" y="7805"/>
                      <a:pt x="1235" y="7867"/>
                      <a:pt x="1110" y="7930"/>
                    </a:cubicBezTo>
                    <a:lnTo>
                      <a:pt x="921" y="7846"/>
                    </a:lnTo>
                    <a:cubicBezTo>
                      <a:pt x="733" y="7742"/>
                      <a:pt x="628" y="7554"/>
                      <a:pt x="628" y="7344"/>
                    </a:cubicBezTo>
                    <a:lnTo>
                      <a:pt x="628" y="7030"/>
                    </a:lnTo>
                    <a:cubicBezTo>
                      <a:pt x="658" y="7033"/>
                      <a:pt x="687" y="7034"/>
                      <a:pt x="717" y="7034"/>
                    </a:cubicBezTo>
                    <a:cubicBezTo>
                      <a:pt x="922" y="7034"/>
                      <a:pt x="1136" y="6973"/>
                      <a:pt x="1319" y="6863"/>
                    </a:cubicBezTo>
                    <a:cubicBezTo>
                      <a:pt x="1591" y="6696"/>
                      <a:pt x="1779" y="6424"/>
                      <a:pt x="1842" y="6131"/>
                    </a:cubicBezTo>
                    <a:close/>
                    <a:moveTo>
                      <a:pt x="7575" y="6131"/>
                    </a:moveTo>
                    <a:cubicBezTo>
                      <a:pt x="7638" y="6424"/>
                      <a:pt x="7826" y="6696"/>
                      <a:pt x="8098" y="6863"/>
                    </a:cubicBezTo>
                    <a:cubicBezTo>
                      <a:pt x="8281" y="6973"/>
                      <a:pt x="8495" y="7034"/>
                      <a:pt x="8700" y="7034"/>
                    </a:cubicBezTo>
                    <a:cubicBezTo>
                      <a:pt x="8730" y="7034"/>
                      <a:pt x="8759" y="7033"/>
                      <a:pt x="8789" y="7030"/>
                    </a:cubicBezTo>
                    <a:lnTo>
                      <a:pt x="8789" y="7344"/>
                    </a:lnTo>
                    <a:cubicBezTo>
                      <a:pt x="8789" y="7554"/>
                      <a:pt x="8684" y="7742"/>
                      <a:pt x="8496" y="7846"/>
                    </a:cubicBezTo>
                    <a:lnTo>
                      <a:pt x="8307" y="7930"/>
                    </a:lnTo>
                    <a:cubicBezTo>
                      <a:pt x="8182" y="7867"/>
                      <a:pt x="8077" y="7826"/>
                      <a:pt x="7952" y="7763"/>
                    </a:cubicBezTo>
                    <a:lnTo>
                      <a:pt x="7910" y="7763"/>
                    </a:lnTo>
                    <a:lnTo>
                      <a:pt x="6215" y="7533"/>
                    </a:lnTo>
                    <a:lnTo>
                      <a:pt x="6090" y="7072"/>
                    </a:lnTo>
                    <a:cubicBezTo>
                      <a:pt x="6341" y="6863"/>
                      <a:pt x="6550" y="6612"/>
                      <a:pt x="6696" y="6319"/>
                    </a:cubicBezTo>
                    <a:lnTo>
                      <a:pt x="6906" y="6319"/>
                    </a:lnTo>
                    <a:cubicBezTo>
                      <a:pt x="7157" y="6319"/>
                      <a:pt x="7366" y="6256"/>
                      <a:pt x="7575" y="6131"/>
                    </a:cubicBezTo>
                    <a:close/>
                    <a:moveTo>
                      <a:pt x="5525" y="7407"/>
                    </a:moveTo>
                    <a:lnTo>
                      <a:pt x="5671" y="7951"/>
                    </a:lnTo>
                    <a:lnTo>
                      <a:pt x="4709" y="9269"/>
                    </a:lnTo>
                    <a:lnTo>
                      <a:pt x="3746" y="7951"/>
                    </a:lnTo>
                    <a:lnTo>
                      <a:pt x="3893" y="7407"/>
                    </a:lnTo>
                    <a:cubicBezTo>
                      <a:pt x="4144" y="7512"/>
                      <a:pt x="4416" y="7574"/>
                      <a:pt x="4709" y="7574"/>
                    </a:cubicBezTo>
                    <a:cubicBezTo>
                      <a:pt x="5002" y="7574"/>
                      <a:pt x="5274" y="7512"/>
                      <a:pt x="5525" y="7407"/>
                    </a:cubicBezTo>
                    <a:close/>
                    <a:moveTo>
                      <a:pt x="3139" y="8181"/>
                    </a:moveTo>
                    <a:lnTo>
                      <a:pt x="4395" y="9897"/>
                    </a:lnTo>
                    <a:lnTo>
                      <a:pt x="4395" y="10106"/>
                    </a:lnTo>
                    <a:lnTo>
                      <a:pt x="628" y="10106"/>
                    </a:lnTo>
                    <a:lnTo>
                      <a:pt x="628" y="9876"/>
                    </a:lnTo>
                    <a:cubicBezTo>
                      <a:pt x="628" y="9207"/>
                      <a:pt x="1047" y="8600"/>
                      <a:pt x="1654" y="8370"/>
                    </a:cubicBezTo>
                    <a:lnTo>
                      <a:pt x="3139" y="8181"/>
                    </a:lnTo>
                    <a:close/>
                    <a:moveTo>
                      <a:pt x="6278" y="8181"/>
                    </a:moveTo>
                    <a:lnTo>
                      <a:pt x="7763" y="8370"/>
                    </a:lnTo>
                    <a:cubicBezTo>
                      <a:pt x="8370" y="8600"/>
                      <a:pt x="8789" y="9207"/>
                      <a:pt x="8789" y="9876"/>
                    </a:cubicBezTo>
                    <a:lnTo>
                      <a:pt x="8789" y="10106"/>
                    </a:lnTo>
                    <a:lnTo>
                      <a:pt x="5022" y="10106"/>
                    </a:lnTo>
                    <a:lnTo>
                      <a:pt x="5022" y="9897"/>
                    </a:lnTo>
                    <a:lnTo>
                      <a:pt x="6278" y="8181"/>
                    </a:lnTo>
                    <a:close/>
                    <a:moveTo>
                      <a:pt x="1758" y="0"/>
                    </a:moveTo>
                    <a:lnTo>
                      <a:pt x="2281" y="1653"/>
                    </a:lnTo>
                    <a:cubicBezTo>
                      <a:pt x="1612" y="2302"/>
                      <a:pt x="1256" y="3160"/>
                      <a:pt x="1256" y="4164"/>
                    </a:cubicBezTo>
                    <a:lnTo>
                      <a:pt x="1256" y="5859"/>
                    </a:lnTo>
                    <a:cubicBezTo>
                      <a:pt x="1256" y="6047"/>
                      <a:pt x="1152" y="6214"/>
                      <a:pt x="984" y="6319"/>
                    </a:cubicBezTo>
                    <a:cubicBezTo>
                      <a:pt x="892" y="6377"/>
                      <a:pt x="794" y="6409"/>
                      <a:pt x="693" y="6409"/>
                    </a:cubicBezTo>
                    <a:cubicBezTo>
                      <a:pt x="610" y="6409"/>
                      <a:pt x="525" y="6387"/>
                      <a:pt x="440" y="6340"/>
                    </a:cubicBezTo>
                    <a:lnTo>
                      <a:pt x="1" y="6110"/>
                    </a:lnTo>
                    <a:lnTo>
                      <a:pt x="1" y="7344"/>
                    </a:lnTo>
                    <a:cubicBezTo>
                      <a:pt x="1" y="7763"/>
                      <a:pt x="210" y="8160"/>
                      <a:pt x="566" y="8370"/>
                    </a:cubicBezTo>
                    <a:cubicBezTo>
                      <a:pt x="210" y="8767"/>
                      <a:pt x="1" y="9311"/>
                      <a:pt x="1" y="9876"/>
                    </a:cubicBezTo>
                    <a:lnTo>
                      <a:pt x="1" y="10734"/>
                    </a:lnTo>
                    <a:lnTo>
                      <a:pt x="9416" y="10734"/>
                    </a:lnTo>
                    <a:lnTo>
                      <a:pt x="9416" y="9876"/>
                    </a:lnTo>
                    <a:cubicBezTo>
                      <a:pt x="9416" y="9311"/>
                      <a:pt x="9207" y="8767"/>
                      <a:pt x="8831" y="8370"/>
                    </a:cubicBezTo>
                    <a:cubicBezTo>
                      <a:pt x="9207" y="8160"/>
                      <a:pt x="9416" y="7763"/>
                      <a:pt x="9416" y="7344"/>
                    </a:cubicBezTo>
                    <a:lnTo>
                      <a:pt x="9416" y="6110"/>
                    </a:lnTo>
                    <a:lnTo>
                      <a:pt x="8956" y="6340"/>
                    </a:lnTo>
                    <a:cubicBezTo>
                      <a:pt x="8881" y="6387"/>
                      <a:pt x="8801" y="6409"/>
                      <a:pt x="8721" y="6409"/>
                    </a:cubicBezTo>
                    <a:cubicBezTo>
                      <a:pt x="8623" y="6409"/>
                      <a:pt x="8525" y="6377"/>
                      <a:pt x="8433" y="6319"/>
                    </a:cubicBezTo>
                    <a:cubicBezTo>
                      <a:pt x="8266" y="6214"/>
                      <a:pt x="8161" y="6047"/>
                      <a:pt x="8161" y="5859"/>
                    </a:cubicBezTo>
                    <a:lnTo>
                      <a:pt x="8161" y="4122"/>
                    </a:lnTo>
                    <a:cubicBezTo>
                      <a:pt x="8161" y="3222"/>
                      <a:pt x="7826" y="2364"/>
                      <a:pt x="7198" y="1716"/>
                    </a:cubicBezTo>
                    <a:lnTo>
                      <a:pt x="76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1" name="Google Shape;781;p43"/>
            <p:cNvGrpSpPr/>
            <p:nvPr/>
          </p:nvGrpSpPr>
          <p:grpSpPr>
            <a:xfrm>
              <a:off x="4319992" y="3198188"/>
              <a:ext cx="507720" cy="489404"/>
              <a:chOff x="1936232" y="3385616"/>
              <a:chExt cx="403561" cy="388972"/>
            </a:xfrm>
          </p:grpSpPr>
          <p:sp>
            <p:nvSpPr>
              <p:cNvPr id="782" name="Google Shape;782;p43"/>
              <p:cNvSpPr/>
              <p:nvPr/>
            </p:nvSpPr>
            <p:spPr>
              <a:xfrm>
                <a:off x="1936232" y="3620219"/>
                <a:ext cx="87226" cy="87251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1256" extrusionOk="0">
                    <a:moveTo>
                      <a:pt x="628" y="1"/>
                    </a:moveTo>
                    <a:cubicBezTo>
                      <a:pt x="293" y="1"/>
                      <a:pt x="1" y="273"/>
                      <a:pt x="1" y="628"/>
                    </a:cubicBezTo>
                    <a:cubicBezTo>
                      <a:pt x="1" y="963"/>
                      <a:pt x="293" y="1256"/>
                      <a:pt x="628" y="1256"/>
                    </a:cubicBezTo>
                    <a:cubicBezTo>
                      <a:pt x="984" y="1256"/>
                      <a:pt x="1256" y="963"/>
                      <a:pt x="1256" y="628"/>
                    </a:cubicBezTo>
                    <a:cubicBezTo>
                      <a:pt x="1256" y="273"/>
                      <a:pt x="984" y="1"/>
                      <a:pt x="628" y="1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43"/>
              <p:cNvSpPr/>
              <p:nvPr/>
            </p:nvSpPr>
            <p:spPr>
              <a:xfrm>
                <a:off x="2108750" y="3432765"/>
                <a:ext cx="113949" cy="113600"/>
              </a:xfrm>
              <a:custGeom>
                <a:avLst/>
                <a:gdLst/>
                <a:ahLst/>
                <a:cxnLst/>
                <a:rect l="l" t="t" r="r" b="b"/>
                <a:pathLst>
                  <a:path w="1884" h="1926" extrusionOk="0">
                    <a:moveTo>
                      <a:pt x="0" y="0"/>
                    </a:moveTo>
                    <a:lnTo>
                      <a:pt x="0" y="1925"/>
                    </a:lnTo>
                    <a:lnTo>
                      <a:pt x="1883" y="1925"/>
                    </a:lnTo>
                    <a:lnTo>
                      <a:pt x="1883" y="0"/>
                    </a:ln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43"/>
              <p:cNvSpPr/>
              <p:nvPr/>
            </p:nvSpPr>
            <p:spPr>
              <a:xfrm>
                <a:off x="1950095" y="3385616"/>
                <a:ext cx="389698" cy="388972"/>
              </a:xfrm>
              <a:custGeom>
                <a:avLst/>
                <a:gdLst/>
                <a:ahLst/>
                <a:cxnLst/>
                <a:rect l="l" t="t" r="r" b="b"/>
                <a:pathLst>
                  <a:path w="10734" h="10714" extrusionOk="0">
                    <a:moveTo>
                      <a:pt x="8202" y="628"/>
                    </a:moveTo>
                    <a:lnTo>
                      <a:pt x="8202" y="2532"/>
                    </a:lnTo>
                    <a:lnTo>
                      <a:pt x="6319" y="2532"/>
                    </a:lnTo>
                    <a:lnTo>
                      <a:pt x="6319" y="628"/>
                    </a:lnTo>
                    <a:close/>
                    <a:moveTo>
                      <a:pt x="1883" y="6298"/>
                    </a:moveTo>
                    <a:cubicBezTo>
                      <a:pt x="2239" y="6298"/>
                      <a:pt x="2511" y="6591"/>
                      <a:pt x="2511" y="6926"/>
                    </a:cubicBezTo>
                    <a:cubicBezTo>
                      <a:pt x="2511" y="7282"/>
                      <a:pt x="2239" y="7554"/>
                      <a:pt x="1883" y="7554"/>
                    </a:cubicBezTo>
                    <a:cubicBezTo>
                      <a:pt x="1548" y="7554"/>
                      <a:pt x="1256" y="7282"/>
                      <a:pt x="1256" y="6926"/>
                    </a:cubicBezTo>
                    <a:cubicBezTo>
                      <a:pt x="1256" y="6591"/>
                      <a:pt x="1548" y="6298"/>
                      <a:pt x="1883" y="6298"/>
                    </a:cubicBezTo>
                    <a:close/>
                    <a:moveTo>
                      <a:pt x="9165" y="6298"/>
                    </a:moveTo>
                    <a:cubicBezTo>
                      <a:pt x="9688" y="6298"/>
                      <a:pt x="10106" y="6717"/>
                      <a:pt x="10106" y="7240"/>
                    </a:cubicBezTo>
                    <a:lnTo>
                      <a:pt x="10106" y="7554"/>
                    </a:lnTo>
                    <a:lnTo>
                      <a:pt x="3787" y="7554"/>
                    </a:lnTo>
                    <a:lnTo>
                      <a:pt x="3787" y="6298"/>
                    </a:lnTo>
                    <a:close/>
                    <a:moveTo>
                      <a:pt x="10106" y="8182"/>
                    </a:moveTo>
                    <a:lnTo>
                      <a:pt x="10106" y="8809"/>
                    </a:lnTo>
                    <a:lnTo>
                      <a:pt x="628" y="8809"/>
                    </a:lnTo>
                    <a:lnTo>
                      <a:pt x="628" y="8182"/>
                    </a:lnTo>
                    <a:close/>
                    <a:moveTo>
                      <a:pt x="5691" y="0"/>
                    </a:moveTo>
                    <a:lnTo>
                      <a:pt x="5691" y="3160"/>
                    </a:lnTo>
                    <a:lnTo>
                      <a:pt x="6947" y="3160"/>
                    </a:lnTo>
                    <a:lnTo>
                      <a:pt x="6947" y="4101"/>
                    </a:lnTo>
                    <a:cubicBezTo>
                      <a:pt x="6947" y="4269"/>
                      <a:pt x="6800" y="4415"/>
                      <a:pt x="6633" y="4415"/>
                    </a:cubicBezTo>
                    <a:lnTo>
                      <a:pt x="4101" y="4415"/>
                    </a:lnTo>
                    <a:cubicBezTo>
                      <a:pt x="3578" y="4415"/>
                      <a:pt x="3160" y="4855"/>
                      <a:pt x="3160" y="5357"/>
                    </a:cubicBezTo>
                    <a:lnTo>
                      <a:pt x="3160" y="7554"/>
                    </a:lnTo>
                    <a:lnTo>
                      <a:pt x="2971" y="7554"/>
                    </a:lnTo>
                    <a:cubicBezTo>
                      <a:pt x="3097" y="7366"/>
                      <a:pt x="3160" y="7156"/>
                      <a:pt x="3160" y="6926"/>
                    </a:cubicBezTo>
                    <a:cubicBezTo>
                      <a:pt x="3160" y="6236"/>
                      <a:pt x="2595" y="5671"/>
                      <a:pt x="1883" y="5671"/>
                    </a:cubicBezTo>
                    <a:cubicBezTo>
                      <a:pt x="1193" y="5671"/>
                      <a:pt x="628" y="6236"/>
                      <a:pt x="628" y="6926"/>
                    </a:cubicBezTo>
                    <a:cubicBezTo>
                      <a:pt x="628" y="7156"/>
                      <a:pt x="691" y="7387"/>
                      <a:pt x="795" y="7554"/>
                    </a:cubicBezTo>
                    <a:lnTo>
                      <a:pt x="628" y="7554"/>
                    </a:lnTo>
                    <a:lnTo>
                      <a:pt x="628" y="3788"/>
                    </a:lnTo>
                    <a:lnTo>
                      <a:pt x="0" y="3788"/>
                    </a:lnTo>
                    <a:lnTo>
                      <a:pt x="0" y="10713"/>
                    </a:lnTo>
                    <a:lnTo>
                      <a:pt x="628" y="10713"/>
                    </a:lnTo>
                    <a:lnTo>
                      <a:pt x="628" y="9437"/>
                    </a:lnTo>
                    <a:lnTo>
                      <a:pt x="10106" y="9437"/>
                    </a:lnTo>
                    <a:lnTo>
                      <a:pt x="10106" y="10713"/>
                    </a:lnTo>
                    <a:lnTo>
                      <a:pt x="10734" y="10713"/>
                    </a:lnTo>
                    <a:lnTo>
                      <a:pt x="10734" y="7240"/>
                    </a:lnTo>
                    <a:cubicBezTo>
                      <a:pt x="10734" y="6382"/>
                      <a:pt x="10023" y="5671"/>
                      <a:pt x="9165" y="5671"/>
                    </a:cubicBezTo>
                    <a:lnTo>
                      <a:pt x="3787" y="5671"/>
                    </a:lnTo>
                    <a:lnTo>
                      <a:pt x="3787" y="5357"/>
                    </a:lnTo>
                    <a:cubicBezTo>
                      <a:pt x="3787" y="5190"/>
                      <a:pt x="3913" y="5043"/>
                      <a:pt x="4101" y="5043"/>
                    </a:cubicBezTo>
                    <a:lnTo>
                      <a:pt x="6633" y="5043"/>
                    </a:lnTo>
                    <a:cubicBezTo>
                      <a:pt x="7135" y="5043"/>
                      <a:pt x="7574" y="4625"/>
                      <a:pt x="7574" y="4101"/>
                    </a:cubicBezTo>
                    <a:lnTo>
                      <a:pt x="7574" y="3160"/>
                    </a:lnTo>
                    <a:lnTo>
                      <a:pt x="8830" y="3160"/>
                    </a:lnTo>
                    <a:lnTo>
                      <a:pt x="88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5" name="Google Shape;785;p43"/>
            <p:cNvGrpSpPr/>
            <p:nvPr/>
          </p:nvGrpSpPr>
          <p:grpSpPr>
            <a:xfrm>
              <a:off x="5318486" y="3231032"/>
              <a:ext cx="470162" cy="423402"/>
              <a:chOff x="4009262" y="1648300"/>
              <a:chExt cx="443131" cy="399059"/>
            </a:xfrm>
          </p:grpSpPr>
          <p:sp>
            <p:nvSpPr>
              <p:cNvPr id="786" name="Google Shape;786;p43"/>
              <p:cNvSpPr/>
              <p:nvPr/>
            </p:nvSpPr>
            <p:spPr>
              <a:xfrm>
                <a:off x="4009262" y="1694112"/>
                <a:ext cx="400372" cy="353248"/>
              </a:xfrm>
              <a:custGeom>
                <a:avLst/>
                <a:gdLst/>
                <a:ahLst/>
                <a:cxnLst/>
                <a:rect l="l" t="t" r="r" b="b"/>
                <a:pathLst>
                  <a:path w="11028" h="9730" extrusionOk="0">
                    <a:moveTo>
                      <a:pt x="3901" y="0"/>
                    </a:moveTo>
                    <a:cubicBezTo>
                      <a:pt x="3773" y="0"/>
                      <a:pt x="3645" y="7"/>
                      <a:pt x="3516" y="21"/>
                    </a:cubicBezTo>
                    <a:cubicBezTo>
                      <a:pt x="2679" y="126"/>
                      <a:pt x="1905" y="523"/>
                      <a:pt x="1319" y="1151"/>
                    </a:cubicBezTo>
                    <a:lnTo>
                      <a:pt x="1068" y="1444"/>
                    </a:lnTo>
                    <a:cubicBezTo>
                      <a:pt x="0" y="2637"/>
                      <a:pt x="42" y="4478"/>
                      <a:pt x="1193" y="5629"/>
                    </a:cubicBezTo>
                    <a:lnTo>
                      <a:pt x="2344" y="6800"/>
                    </a:lnTo>
                    <a:cubicBezTo>
                      <a:pt x="2511" y="6947"/>
                      <a:pt x="2721" y="7051"/>
                      <a:pt x="2972" y="7072"/>
                    </a:cubicBezTo>
                    <a:cubicBezTo>
                      <a:pt x="2972" y="7302"/>
                      <a:pt x="3076" y="7512"/>
                      <a:pt x="3244" y="7679"/>
                    </a:cubicBezTo>
                    <a:cubicBezTo>
                      <a:pt x="3411" y="7846"/>
                      <a:pt x="3620" y="7951"/>
                      <a:pt x="3850" y="7951"/>
                    </a:cubicBezTo>
                    <a:cubicBezTo>
                      <a:pt x="3871" y="8181"/>
                      <a:pt x="3955" y="8411"/>
                      <a:pt x="4122" y="8579"/>
                    </a:cubicBezTo>
                    <a:cubicBezTo>
                      <a:pt x="4290" y="8746"/>
                      <a:pt x="4520" y="8830"/>
                      <a:pt x="4750" y="8851"/>
                    </a:cubicBezTo>
                    <a:cubicBezTo>
                      <a:pt x="4750" y="9081"/>
                      <a:pt x="4855" y="9290"/>
                      <a:pt x="5022" y="9458"/>
                    </a:cubicBezTo>
                    <a:cubicBezTo>
                      <a:pt x="5190" y="9646"/>
                      <a:pt x="5441" y="9730"/>
                      <a:pt x="5692" y="9730"/>
                    </a:cubicBezTo>
                    <a:cubicBezTo>
                      <a:pt x="5922" y="9730"/>
                      <a:pt x="6173" y="9646"/>
                      <a:pt x="6340" y="9458"/>
                    </a:cubicBezTo>
                    <a:lnTo>
                      <a:pt x="7240" y="8579"/>
                    </a:lnTo>
                    <a:cubicBezTo>
                      <a:pt x="7407" y="8411"/>
                      <a:pt x="7491" y="8181"/>
                      <a:pt x="7512" y="7951"/>
                    </a:cubicBezTo>
                    <a:cubicBezTo>
                      <a:pt x="7742" y="7951"/>
                      <a:pt x="7951" y="7846"/>
                      <a:pt x="8119" y="7679"/>
                    </a:cubicBezTo>
                    <a:cubicBezTo>
                      <a:pt x="8286" y="7512"/>
                      <a:pt x="8391" y="7302"/>
                      <a:pt x="8412" y="7072"/>
                    </a:cubicBezTo>
                    <a:cubicBezTo>
                      <a:pt x="8621" y="7051"/>
                      <a:pt x="8851" y="6968"/>
                      <a:pt x="9019" y="6800"/>
                    </a:cubicBezTo>
                    <a:cubicBezTo>
                      <a:pt x="9186" y="6633"/>
                      <a:pt x="9270" y="6403"/>
                      <a:pt x="9291" y="6173"/>
                    </a:cubicBezTo>
                    <a:cubicBezTo>
                      <a:pt x="9521" y="6173"/>
                      <a:pt x="9730" y="6068"/>
                      <a:pt x="9897" y="5901"/>
                    </a:cubicBezTo>
                    <a:lnTo>
                      <a:pt x="10065" y="5754"/>
                    </a:lnTo>
                    <a:cubicBezTo>
                      <a:pt x="10672" y="5126"/>
                      <a:pt x="11027" y="4310"/>
                      <a:pt x="11027" y="3473"/>
                    </a:cubicBezTo>
                    <a:cubicBezTo>
                      <a:pt x="11027" y="2616"/>
                      <a:pt x="10672" y="1820"/>
                      <a:pt x="10065" y="1193"/>
                    </a:cubicBezTo>
                    <a:lnTo>
                      <a:pt x="9667" y="795"/>
                    </a:lnTo>
                    <a:lnTo>
                      <a:pt x="9646" y="795"/>
                    </a:lnTo>
                    <a:cubicBezTo>
                      <a:pt x="9044" y="287"/>
                      <a:pt x="8289" y="33"/>
                      <a:pt x="7503" y="33"/>
                    </a:cubicBezTo>
                    <a:cubicBezTo>
                      <a:pt x="7416" y="33"/>
                      <a:pt x="7328" y="36"/>
                      <a:pt x="7240" y="42"/>
                    </a:cubicBezTo>
                    <a:cubicBezTo>
                      <a:pt x="6696" y="84"/>
                      <a:pt x="6173" y="251"/>
                      <a:pt x="5713" y="523"/>
                    </a:cubicBezTo>
                    <a:cubicBezTo>
                      <a:pt x="5155" y="174"/>
                      <a:pt x="4539" y="0"/>
                      <a:pt x="3901" y="0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43"/>
              <p:cNvSpPr/>
              <p:nvPr/>
            </p:nvSpPr>
            <p:spPr>
              <a:xfrm>
                <a:off x="4197187" y="1672762"/>
                <a:ext cx="239323" cy="148487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4090" extrusionOk="0">
                    <a:moveTo>
                      <a:pt x="3476" y="1"/>
                    </a:moveTo>
                    <a:cubicBezTo>
                      <a:pt x="2709" y="1"/>
                      <a:pt x="1929" y="308"/>
                      <a:pt x="1340" y="909"/>
                    </a:cubicBezTo>
                    <a:lnTo>
                      <a:pt x="147" y="2101"/>
                    </a:lnTo>
                    <a:cubicBezTo>
                      <a:pt x="0" y="2248"/>
                      <a:pt x="0" y="2478"/>
                      <a:pt x="147" y="2624"/>
                    </a:cubicBezTo>
                    <a:cubicBezTo>
                      <a:pt x="218" y="2696"/>
                      <a:pt x="310" y="2733"/>
                      <a:pt x="406" y="2733"/>
                    </a:cubicBezTo>
                    <a:cubicBezTo>
                      <a:pt x="480" y="2733"/>
                      <a:pt x="556" y="2712"/>
                      <a:pt x="628" y="2666"/>
                    </a:cubicBezTo>
                    <a:lnTo>
                      <a:pt x="2323" y="1536"/>
                    </a:lnTo>
                    <a:cubicBezTo>
                      <a:pt x="2491" y="1421"/>
                      <a:pt x="2686" y="1366"/>
                      <a:pt x="2881" y="1366"/>
                    </a:cubicBezTo>
                    <a:cubicBezTo>
                      <a:pt x="3147" y="1366"/>
                      <a:pt x="3415" y="1469"/>
                      <a:pt x="3620" y="1662"/>
                    </a:cubicBezTo>
                    <a:cubicBezTo>
                      <a:pt x="3705" y="1747"/>
                      <a:pt x="3825" y="1804"/>
                      <a:pt x="3944" y="1804"/>
                    </a:cubicBezTo>
                    <a:cubicBezTo>
                      <a:pt x="4030" y="1804"/>
                      <a:pt x="4115" y="1774"/>
                      <a:pt x="4185" y="1704"/>
                    </a:cubicBezTo>
                    <a:lnTo>
                      <a:pt x="4541" y="1327"/>
                    </a:lnTo>
                    <a:lnTo>
                      <a:pt x="5001" y="1767"/>
                    </a:lnTo>
                    <a:lnTo>
                      <a:pt x="4625" y="2143"/>
                    </a:lnTo>
                    <a:cubicBezTo>
                      <a:pt x="4520" y="2227"/>
                      <a:pt x="4415" y="2311"/>
                      <a:pt x="4311" y="2352"/>
                    </a:cubicBezTo>
                    <a:lnTo>
                      <a:pt x="5880" y="3922"/>
                    </a:lnTo>
                    <a:cubicBezTo>
                      <a:pt x="5922" y="3964"/>
                      <a:pt x="5964" y="4026"/>
                      <a:pt x="6006" y="4089"/>
                    </a:cubicBezTo>
                    <a:cubicBezTo>
                      <a:pt x="6591" y="3106"/>
                      <a:pt x="6445" y="1850"/>
                      <a:pt x="5587" y="971"/>
                    </a:cubicBezTo>
                    <a:lnTo>
                      <a:pt x="5210" y="616"/>
                    </a:lnTo>
                    <a:cubicBezTo>
                      <a:pt x="4714" y="203"/>
                      <a:pt x="4099" y="1"/>
                      <a:pt x="34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43"/>
              <p:cNvSpPr/>
              <p:nvPr/>
            </p:nvSpPr>
            <p:spPr>
              <a:xfrm>
                <a:off x="4144273" y="1824986"/>
                <a:ext cx="62228" cy="59803"/>
              </a:xfrm>
              <a:custGeom>
                <a:avLst/>
                <a:gdLst/>
                <a:ahLst/>
                <a:cxnLst/>
                <a:rect l="l" t="t" r="r" b="b"/>
                <a:pathLst>
                  <a:path w="1591" h="1529" extrusionOk="0">
                    <a:moveTo>
                      <a:pt x="1235" y="1"/>
                    </a:moveTo>
                    <a:cubicBezTo>
                      <a:pt x="1151" y="1"/>
                      <a:pt x="1067" y="32"/>
                      <a:pt x="1005" y="95"/>
                    </a:cubicBezTo>
                    <a:lnTo>
                      <a:pt x="126" y="974"/>
                    </a:lnTo>
                    <a:cubicBezTo>
                      <a:pt x="0" y="1099"/>
                      <a:pt x="0" y="1309"/>
                      <a:pt x="126" y="1434"/>
                    </a:cubicBezTo>
                    <a:cubicBezTo>
                      <a:pt x="189" y="1497"/>
                      <a:pt x="267" y="1528"/>
                      <a:pt x="346" y="1528"/>
                    </a:cubicBezTo>
                    <a:cubicBezTo>
                      <a:pt x="424" y="1528"/>
                      <a:pt x="503" y="1497"/>
                      <a:pt x="565" y="1434"/>
                    </a:cubicBezTo>
                    <a:lnTo>
                      <a:pt x="1465" y="535"/>
                    </a:lnTo>
                    <a:cubicBezTo>
                      <a:pt x="1591" y="409"/>
                      <a:pt x="1591" y="221"/>
                      <a:pt x="1465" y="95"/>
                    </a:cubicBezTo>
                    <a:cubicBezTo>
                      <a:pt x="1402" y="32"/>
                      <a:pt x="1319" y="1"/>
                      <a:pt x="12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43"/>
              <p:cNvSpPr/>
              <p:nvPr/>
            </p:nvSpPr>
            <p:spPr>
              <a:xfrm>
                <a:off x="4178741" y="1856604"/>
                <a:ext cx="61407" cy="59803"/>
              </a:xfrm>
              <a:custGeom>
                <a:avLst/>
                <a:gdLst/>
                <a:ahLst/>
                <a:cxnLst/>
                <a:rect l="l" t="t" r="r" b="b"/>
                <a:pathLst>
                  <a:path w="1570" h="1529" extrusionOk="0">
                    <a:moveTo>
                      <a:pt x="1224" y="1"/>
                    </a:moveTo>
                    <a:cubicBezTo>
                      <a:pt x="1146" y="1"/>
                      <a:pt x="1067" y="32"/>
                      <a:pt x="1004" y="95"/>
                    </a:cubicBezTo>
                    <a:lnTo>
                      <a:pt x="105" y="995"/>
                    </a:lnTo>
                    <a:cubicBezTo>
                      <a:pt x="0" y="1120"/>
                      <a:pt x="0" y="1308"/>
                      <a:pt x="105" y="1434"/>
                    </a:cubicBezTo>
                    <a:cubicBezTo>
                      <a:pt x="167" y="1497"/>
                      <a:pt x="251" y="1528"/>
                      <a:pt x="335" y="1528"/>
                    </a:cubicBezTo>
                    <a:cubicBezTo>
                      <a:pt x="419" y="1528"/>
                      <a:pt x="502" y="1497"/>
                      <a:pt x="565" y="1434"/>
                    </a:cubicBezTo>
                    <a:lnTo>
                      <a:pt x="1444" y="555"/>
                    </a:lnTo>
                    <a:cubicBezTo>
                      <a:pt x="1569" y="430"/>
                      <a:pt x="1569" y="220"/>
                      <a:pt x="1444" y="95"/>
                    </a:cubicBezTo>
                    <a:cubicBezTo>
                      <a:pt x="1381" y="32"/>
                      <a:pt x="1303" y="1"/>
                      <a:pt x="12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43"/>
              <p:cNvSpPr/>
              <p:nvPr/>
            </p:nvSpPr>
            <p:spPr>
              <a:xfrm>
                <a:off x="4209777" y="1888106"/>
                <a:ext cx="61446" cy="59177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513" extrusionOk="0">
                    <a:moveTo>
                      <a:pt x="1235" y="0"/>
                    </a:moveTo>
                    <a:cubicBezTo>
                      <a:pt x="1152" y="0"/>
                      <a:pt x="1068" y="32"/>
                      <a:pt x="1005" y="95"/>
                    </a:cubicBezTo>
                    <a:lnTo>
                      <a:pt x="126" y="973"/>
                    </a:lnTo>
                    <a:cubicBezTo>
                      <a:pt x="1" y="1099"/>
                      <a:pt x="1" y="1308"/>
                      <a:pt x="126" y="1434"/>
                    </a:cubicBezTo>
                    <a:cubicBezTo>
                      <a:pt x="189" y="1486"/>
                      <a:pt x="268" y="1512"/>
                      <a:pt x="346" y="1512"/>
                    </a:cubicBezTo>
                    <a:cubicBezTo>
                      <a:pt x="425" y="1512"/>
                      <a:pt x="503" y="1486"/>
                      <a:pt x="566" y="1434"/>
                    </a:cubicBezTo>
                    <a:lnTo>
                      <a:pt x="1466" y="534"/>
                    </a:lnTo>
                    <a:cubicBezTo>
                      <a:pt x="1570" y="408"/>
                      <a:pt x="1570" y="220"/>
                      <a:pt x="1466" y="95"/>
                    </a:cubicBezTo>
                    <a:cubicBezTo>
                      <a:pt x="1403" y="32"/>
                      <a:pt x="1319" y="0"/>
                      <a:pt x="12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43"/>
              <p:cNvSpPr/>
              <p:nvPr/>
            </p:nvSpPr>
            <p:spPr>
              <a:xfrm>
                <a:off x="4244170" y="1922485"/>
                <a:ext cx="61407" cy="59764"/>
              </a:xfrm>
              <a:custGeom>
                <a:avLst/>
                <a:gdLst/>
                <a:ahLst/>
                <a:cxnLst/>
                <a:rect l="l" t="t" r="r" b="b"/>
                <a:pathLst>
                  <a:path w="1570" h="1528" extrusionOk="0">
                    <a:moveTo>
                      <a:pt x="1225" y="0"/>
                    </a:moveTo>
                    <a:cubicBezTo>
                      <a:pt x="1146" y="0"/>
                      <a:pt x="1068" y="32"/>
                      <a:pt x="1005" y="94"/>
                    </a:cubicBezTo>
                    <a:lnTo>
                      <a:pt x="105" y="994"/>
                    </a:lnTo>
                    <a:cubicBezTo>
                      <a:pt x="1" y="1120"/>
                      <a:pt x="1" y="1308"/>
                      <a:pt x="105" y="1434"/>
                    </a:cubicBezTo>
                    <a:cubicBezTo>
                      <a:pt x="168" y="1496"/>
                      <a:pt x="252" y="1528"/>
                      <a:pt x="335" y="1528"/>
                    </a:cubicBezTo>
                    <a:cubicBezTo>
                      <a:pt x="419" y="1528"/>
                      <a:pt x="503" y="1496"/>
                      <a:pt x="566" y="1434"/>
                    </a:cubicBezTo>
                    <a:lnTo>
                      <a:pt x="1444" y="555"/>
                    </a:lnTo>
                    <a:cubicBezTo>
                      <a:pt x="1570" y="429"/>
                      <a:pt x="1570" y="220"/>
                      <a:pt x="1444" y="94"/>
                    </a:cubicBezTo>
                    <a:cubicBezTo>
                      <a:pt x="1382" y="32"/>
                      <a:pt x="1303" y="0"/>
                      <a:pt x="12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43"/>
              <p:cNvSpPr/>
              <p:nvPr/>
            </p:nvSpPr>
            <p:spPr>
              <a:xfrm>
                <a:off x="4051295" y="1648300"/>
                <a:ext cx="401098" cy="353248"/>
              </a:xfrm>
              <a:custGeom>
                <a:avLst/>
                <a:gdLst/>
                <a:ahLst/>
                <a:cxnLst/>
                <a:rect l="l" t="t" r="r" b="b"/>
                <a:pathLst>
                  <a:path w="11048" h="9730" extrusionOk="0">
                    <a:moveTo>
                      <a:pt x="7519" y="656"/>
                    </a:moveTo>
                    <a:cubicBezTo>
                      <a:pt x="8140" y="656"/>
                      <a:pt x="8753" y="853"/>
                      <a:pt x="9248" y="1256"/>
                    </a:cubicBezTo>
                    <a:lnTo>
                      <a:pt x="9625" y="1632"/>
                    </a:lnTo>
                    <a:cubicBezTo>
                      <a:pt x="10483" y="2511"/>
                      <a:pt x="10629" y="3745"/>
                      <a:pt x="10044" y="4750"/>
                    </a:cubicBezTo>
                    <a:cubicBezTo>
                      <a:pt x="10023" y="4687"/>
                      <a:pt x="9960" y="4624"/>
                      <a:pt x="9918" y="4562"/>
                    </a:cubicBezTo>
                    <a:lnTo>
                      <a:pt x="8349" y="3013"/>
                    </a:lnTo>
                    <a:cubicBezTo>
                      <a:pt x="8474" y="2971"/>
                      <a:pt x="8579" y="2888"/>
                      <a:pt x="8663" y="2804"/>
                    </a:cubicBezTo>
                    <a:lnTo>
                      <a:pt x="9039" y="2427"/>
                    </a:lnTo>
                    <a:lnTo>
                      <a:pt x="8600" y="1988"/>
                    </a:lnTo>
                    <a:lnTo>
                      <a:pt x="8223" y="2365"/>
                    </a:lnTo>
                    <a:cubicBezTo>
                      <a:pt x="8158" y="2430"/>
                      <a:pt x="8080" y="2457"/>
                      <a:pt x="8000" y="2457"/>
                    </a:cubicBezTo>
                    <a:cubicBezTo>
                      <a:pt x="7876" y="2457"/>
                      <a:pt x="7747" y="2391"/>
                      <a:pt x="7658" y="2302"/>
                    </a:cubicBezTo>
                    <a:cubicBezTo>
                      <a:pt x="7459" y="2114"/>
                      <a:pt x="7201" y="2019"/>
                      <a:pt x="6942" y="2019"/>
                    </a:cubicBezTo>
                    <a:cubicBezTo>
                      <a:pt x="6739" y="2019"/>
                      <a:pt x="6536" y="2078"/>
                      <a:pt x="6361" y="2197"/>
                    </a:cubicBezTo>
                    <a:lnTo>
                      <a:pt x="4666" y="3327"/>
                    </a:lnTo>
                    <a:cubicBezTo>
                      <a:pt x="4594" y="3372"/>
                      <a:pt x="4518" y="3394"/>
                      <a:pt x="4444" y="3394"/>
                    </a:cubicBezTo>
                    <a:cubicBezTo>
                      <a:pt x="4348" y="3394"/>
                      <a:pt x="4256" y="3356"/>
                      <a:pt x="4185" y="3285"/>
                    </a:cubicBezTo>
                    <a:cubicBezTo>
                      <a:pt x="4038" y="3139"/>
                      <a:pt x="4038" y="2888"/>
                      <a:pt x="4185" y="2741"/>
                    </a:cubicBezTo>
                    <a:lnTo>
                      <a:pt x="5378" y="1549"/>
                    </a:lnTo>
                    <a:cubicBezTo>
                      <a:pt x="5968" y="958"/>
                      <a:pt x="6750" y="656"/>
                      <a:pt x="7519" y="656"/>
                    </a:cubicBezTo>
                    <a:close/>
                    <a:moveTo>
                      <a:pt x="3916" y="4928"/>
                    </a:moveTo>
                    <a:cubicBezTo>
                      <a:pt x="3997" y="4928"/>
                      <a:pt x="4080" y="4959"/>
                      <a:pt x="4143" y="5022"/>
                    </a:cubicBezTo>
                    <a:cubicBezTo>
                      <a:pt x="4269" y="5147"/>
                      <a:pt x="4269" y="5336"/>
                      <a:pt x="4143" y="5461"/>
                    </a:cubicBezTo>
                    <a:lnTo>
                      <a:pt x="3243" y="6340"/>
                    </a:lnTo>
                    <a:cubicBezTo>
                      <a:pt x="3181" y="6403"/>
                      <a:pt x="3102" y="6434"/>
                      <a:pt x="3024" y="6434"/>
                    </a:cubicBezTo>
                    <a:cubicBezTo>
                      <a:pt x="2945" y="6434"/>
                      <a:pt x="2867" y="6403"/>
                      <a:pt x="2804" y="6340"/>
                    </a:cubicBezTo>
                    <a:cubicBezTo>
                      <a:pt x="2678" y="6214"/>
                      <a:pt x="2678" y="6026"/>
                      <a:pt x="2804" y="5901"/>
                    </a:cubicBezTo>
                    <a:lnTo>
                      <a:pt x="3704" y="5022"/>
                    </a:lnTo>
                    <a:cubicBezTo>
                      <a:pt x="3756" y="4959"/>
                      <a:pt x="3834" y="4928"/>
                      <a:pt x="3916" y="4928"/>
                    </a:cubicBezTo>
                    <a:close/>
                    <a:moveTo>
                      <a:pt x="4802" y="5806"/>
                    </a:moveTo>
                    <a:cubicBezTo>
                      <a:pt x="4881" y="5806"/>
                      <a:pt x="4959" y="5838"/>
                      <a:pt x="5022" y="5901"/>
                    </a:cubicBezTo>
                    <a:cubicBezTo>
                      <a:pt x="5147" y="6026"/>
                      <a:pt x="5147" y="6214"/>
                      <a:pt x="5022" y="6340"/>
                    </a:cubicBezTo>
                    <a:lnTo>
                      <a:pt x="4143" y="7240"/>
                    </a:lnTo>
                    <a:cubicBezTo>
                      <a:pt x="4080" y="7303"/>
                      <a:pt x="3997" y="7334"/>
                      <a:pt x="3913" y="7334"/>
                    </a:cubicBezTo>
                    <a:cubicBezTo>
                      <a:pt x="3829" y="7334"/>
                      <a:pt x="3745" y="7303"/>
                      <a:pt x="3683" y="7240"/>
                    </a:cubicBezTo>
                    <a:cubicBezTo>
                      <a:pt x="3578" y="7114"/>
                      <a:pt x="3578" y="6905"/>
                      <a:pt x="3683" y="6779"/>
                    </a:cubicBezTo>
                    <a:lnTo>
                      <a:pt x="4582" y="5901"/>
                    </a:lnTo>
                    <a:cubicBezTo>
                      <a:pt x="4645" y="5838"/>
                      <a:pt x="4724" y="5806"/>
                      <a:pt x="4802" y="5806"/>
                    </a:cubicBezTo>
                    <a:close/>
                    <a:moveTo>
                      <a:pt x="3907" y="637"/>
                    </a:moveTo>
                    <a:cubicBezTo>
                      <a:pt x="4328" y="637"/>
                      <a:pt x="4752" y="730"/>
                      <a:pt x="5147" y="921"/>
                    </a:cubicBezTo>
                    <a:cubicBezTo>
                      <a:pt x="5064" y="984"/>
                      <a:pt x="5001" y="1046"/>
                      <a:pt x="4917" y="1109"/>
                    </a:cubicBezTo>
                    <a:lnTo>
                      <a:pt x="3725" y="2302"/>
                    </a:lnTo>
                    <a:cubicBezTo>
                      <a:pt x="3348" y="2699"/>
                      <a:pt x="3348" y="3327"/>
                      <a:pt x="3725" y="3725"/>
                    </a:cubicBezTo>
                    <a:cubicBezTo>
                      <a:pt x="3930" y="3918"/>
                      <a:pt x="4191" y="4020"/>
                      <a:pt x="4451" y="4020"/>
                    </a:cubicBezTo>
                    <a:cubicBezTo>
                      <a:pt x="4642" y="4020"/>
                      <a:pt x="4833" y="3965"/>
                      <a:pt x="5001" y="3850"/>
                    </a:cubicBezTo>
                    <a:lnTo>
                      <a:pt x="6696" y="2720"/>
                    </a:lnTo>
                    <a:cubicBezTo>
                      <a:pt x="6768" y="2675"/>
                      <a:pt x="6848" y="2653"/>
                      <a:pt x="6928" y="2653"/>
                    </a:cubicBezTo>
                    <a:cubicBezTo>
                      <a:pt x="7032" y="2653"/>
                      <a:pt x="7136" y="2691"/>
                      <a:pt x="7219" y="2762"/>
                    </a:cubicBezTo>
                    <a:lnTo>
                      <a:pt x="9458" y="5022"/>
                    </a:lnTo>
                    <a:cubicBezTo>
                      <a:pt x="9583" y="5147"/>
                      <a:pt x="9583" y="5336"/>
                      <a:pt x="9479" y="5461"/>
                    </a:cubicBezTo>
                    <a:cubicBezTo>
                      <a:pt x="9416" y="5524"/>
                      <a:pt x="9332" y="5555"/>
                      <a:pt x="9248" y="5555"/>
                    </a:cubicBezTo>
                    <a:cubicBezTo>
                      <a:pt x="9165" y="5555"/>
                      <a:pt x="9081" y="5524"/>
                      <a:pt x="9018" y="5461"/>
                    </a:cubicBezTo>
                    <a:lnTo>
                      <a:pt x="7240" y="3683"/>
                    </a:lnTo>
                    <a:lnTo>
                      <a:pt x="6800" y="4122"/>
                    </a:lnTo>
                    <a:lnTo>
                      <a:pt x="8579" y="5901"/>
                    </a:lnTo>
                    <a:cubicBezTo>
                      <a:pt x="8704" y="6026"/>
                      <a:pt x="8704" y="6214"/>
                      <a:pt x="8579" y="6340"/>
                    </a:cubicBezTo>
                    <a:cubicBezTo>
                      <a:pt x="8516" y="6403"/>
                      <a:pt x="8438" y="6434"/>
                      <a:pt x="8359" y="6434"/>
                    </a:cubicBezTo>
                    <a:cubicBezTo>
                      <a:pt x="8281" y="6434"/>
                      <a:pt x="8202" y="6403"/>
                      <a:pt x="8139" y="6340"/>
                    </a:cubicBezTo>
                    <a:lnTo>
                      <a:pt x="6361" y="4562"/>
                    </a:lnTo>
                    <a:lnTo>
                      <a:pt x="5922" y="5022"/>
                    </a:lnTo>
                    <a:lnTo>
                      <a:pt x="7700" y="6800"/>
                    </a:lnTo>
                    <a:cubicBezTo>
                      <a:pt x="7805" y="6905"/>
                      <a:pt x="7805" y="7114"/>
                      <a:pt x="7700" y="7240"/>
                    </a:cubicBezTo>
                    <a:cubicBezTo>
                      <a:pt x="7637" y="7303"/>
                      <a:pt x="7554" y="7334"/>
                      <a:pt x="7470" y="7334"/>
                    </a:cubicBezTo>
                    <a:cubicBezTo>
                      <a:pt x="7386" y="7334"/>
                      <a:pt x="7303" y="7303"/>
                      <a:pt x="7240" y="7240"/>
                    </a:cubicBezTo>
                    <a:cubicBezTo>
                      <a:pt x="7072" y="7072"/>
                      <a:pt x="6863" y="6968"/>
                      <a:pt x="6633" y="6968"/>
                    </a:cubicBezTo>
                    <a:cubicBezTo>
                      <a:pt x="6612" y="6738"/>
                      <a:pt x="6528" y="6507"/>
                      <a:pt x="6361" y="6340"/>
                    </a:cubicBezTo>
                    <a:cubicBezTo>
                      <a:pt x="6194" y="6173"/>
                      <a:pt x="5984" y="6089"/>
                      <a:pt x="5733" y="6068"/>
                    </a:cubicBezTo>
                    <a:cubicBezTo>
                      <a:pt x="5733" y="5838"/>
                      <a:pt x="5629" y="5629"/>
                      <a:pt x="5461" y="5461"/>
                    </a:cubicBezTo>
                    <a:cubicBezTo>
                      <a:pt x="5294" y="5294"/>
                      <a:pt x="5085" y="5189"/>
                      <a:pt x="4854" y="5189"/>
                    </a:cubicBezTo>
                    <a:cubicBezTo>
                      <a:pt x="4834" y="4959"/>
                      <a:pt x="4750" y="4729"/>
                      <a:pt x="4582" y="4562"/>
                    </a:cubicBezTo>
                    <a:cubicBezTo>
                      <a:pt x="4394" y="4384"/>
                      <a:pt x="4154" y="4295"/>
                      <a:pt x="3913" y="4295"/>
                    </a:cubicBezTo>
                    <a:cubicBezTo>
                      <a:pt x="3672" y="4295"/>
                      <a:pt x="3432" y="4384"/>
                      <a:pt x="3243" y="4562"/>
                    </a:cubicBezTo>
                    <a:lnTo>
                      <a:pt x="2365" y="5461"/>
                    </a:lnTo>
                    <a:cubicBezTo>
                      <a:pt x="2281" y="5524"/>
                      <a:pt x="2218" y="5629"/>
                      <a:pt x="2176" y="5712"/>
                    </a:cubicBezTo>
                    <a:lnTo>
                      <a:pt x="1632" y="5189"/>
                    </a:lnTo>
                    <a:cubicBezTo>
                      <a:pt x="732" y="4269"/>
                      <a:pt x="691" y="2825"/>
                      <a:pt x="1549" y="1862"/>
                    </a:cubicBezTo>
                    <a:lnTo>
                      <a:pt x="1800" y="1569"/>
                    </a:lnTo>
                    <a:cubicBezTo>
                      <a:pt x="2357" y="958"/>
                      <a:pt x="3127" y="637"/>
                      <a:pt x="3907" y="637"/>
                    </a:cubicBezTo>
                    <a:close/>
                    <a:moveTo>
                      <a:pt x="5691" y="6701"/>
                    </a:moveTo>
                    <a:cubicBezTo>
                      <a:pt x="5775" y="6701"/>
                      <a:pt x="5859" y="6727"/>
                      <a:pt x="5922" y="6779"/>
                    </a:cubicBezTo>
                    <a:cubicBezTo>
                      <a:pt x="6026" y="6905"/>
                      <a:pt x="6026" y="7114"/>
                      <a:pt x="5922" y="7240"/>
                    </a:cubicBezTo>
                    <a:lnTo>
                      <a:pt x="5022" y="8119"/>
                    </a:lnTo>
                    <a:cubicBezTo>
                      <a:pt x="4959" y="8181"/>
                      <a:pt x="4881" y="8213"/>
                      <a:pt x="4802" y="8213"/>
                    </a:cubicBezTo>
                    <a:cubicBezTo>
                      <a:pt x="4724" y="8213"/>
                      <a:pt x="4645" y="8181"/>
                      <a:pt x="4582" y="8119"/>
                    </a:cubicBezTo>
                    <a:cubicBezTo>
                      <a:pt x="4457" y="7993"/>
                      <a:pt x="4457" y="7805"/>
                      <a:pt x="4582" y="7679"/>
                    </a:cubicBezTo>
                    <a:lnTo>
                      <a:pt x="5461" y="6779"/>
                    </a:lnTo>
                    <a:cubicBezTo>
                      <a:pt x="5524" y="6727"/>
                      <a:pt x="5608" y="6701"/>
                      <a:pt x="5691" y="6701"/>
                    </a:cubicBezTo>
                    <a:close/>
                    <a:moveTo>
                      <a:pt x="6581" y="7585"/>
                    </a:moveTo>
                    <a:cubicBezTo>
                      <a:pt x="6659" y="7585"/>
                      <a:pt x="6738" y="7616"/>
                      <a:pt x="6800" y="7679"/>
                    </a:cubicBezTo>
                    <a:cubicBezTo>
                      <a:pt x="6926" y="7805"/>
                      <a:pt x="6926" y="7993"/>
                      <a:pt x="6800" y="8119"/>
                    </a:cubicBezTo>
                    <a:lnTo>
                      <a:pt x="5922" y="9018"/>
                    </a:lnTo>
                    <a:cubicBezTo>
                      <a:pt x="5859" y="9081"/>
                      <a:pt x="5775" y="9112"/>
                      <a:pt x="5691" y="9112"/>
                    </a:cubicBezTo>
                    <a:cubicBezTo>
                      <a:pt x="5608" y="9112"/>
                      <a:pt x="5524" y="9081"/>
                      <a:pt x="5461" y="9018"/>
                    </a:cubicBezTo>
                    <a:cubicBezTo>
                      <a:pt x="5357" y="8893"/>
                      <a:pt x="5357" y="8683"/>
                      <a:pt x="5461" y="8558"/>
                    </a:cubicBezTo>
                    <a:lnTo>
                      <a:pt x="6361" y="7679"/>
                    </a:lnTo>
                    <a:cubicBezTo>
                      <a:pt x="6424" y="7616"/>
                      <a:pt x="6502" y="7585"/>
                      <a:pt x="6581" y="7585"/>
                    </a:cubicBezTo>
                    <a:close/>
                    <a:moveTo>
                      <a:pt x="3917" y="0"/>
                    </a:moveTo>
                    <a:cubicBezTo>
                      <a:pt x="3790" y="0"/>
                      <a:pt x="3663" y="7"/>
                      <a:pt x="3536" y="21"/>
                    </a:cubicBezTo>
                    <a:cubicBezTo>
                      <a:pt x="2678" y="126"/>
                      <a:pt x="1904" y="523"/>
                      <a:pt x="1339" y="1151"/>
                    </a:cubicBezTo>
                    <a:lnTo>
                      <a:pt x="1088" y="1444"/>
                    </a:lnTo>
                    <a:cubicBezTo>
                      <a:pt x="0" y="2637"/>
                      <a:pt x="63" y="4478"/>
                      <a:pt x="1214" y="5629"/>
                    </a:cubicBezTo>
                    <a:lnTo>
                      <a:pt x="2365" y="6779"/>
                    </a:lnTo>
                    <a:cubicBezTo>
                      <a:pt x="2532" y="6947"/>
                      <a:pt x="2741" y="7051"/>
                      <a:pt x="2971" y="7072"/>
                    </a:cubicBezTo>
                    <a:cubicBezTo>
                      <a:pt x="2992" y="7303"/>
                      <a:pt x="3097" y="7512"/>
                      <a:pt x="3243" y="7679"/>
                    </a:cubicBezTo>
                    <a:cubicBezTo>
                      <a:pt x="3411" y="7847"/>
                      <a:pt x="3641" y="7930"/>
                      <a:pt x="3871" y="7951"/>
                    </a:cubicBezTo>
                    <a:cubicBezTo>
                      <a:pt x="3871" y="8181"/>
                      <a:pt x="3976" y="8391"/>
                      <a:pt x="4143" y="8579"/>
                    </a:cubicBezTo>
                    <a:cubicBezTo>
                      <a:pt x="4310" y="8746"/>
                      <a:pt x="4541" y="8830"/>
                      <a:pt x="4750" y="8851"/>
                    </a:cubicBezTo>
                    <a:cubicBezTo>
                      <a:pt x="4771" y="9060"/>
                      <a:pt x="4854" y="9290"/>
                      <a:pt x="5022" y="9458"/>
                    </a:cubicBezTo>
                    <a:cubicBezTo>
                      <a:pt x="5210" y="9646"/>
                      <a:pt x="5461" y="9730"/>
                      <a:pt x="5691" y="9730"/>
                    </a:cubicBezTo>
                    <a:cubicBezTo>
                      <a:pt x="5942" y="9730"/>
                      <a:pt x="6173" y="9646"/>
                      <a:pt x="6361" y="9458"/>
                    </a:cubicBezTo>
                    <a:lnTo>
                      <a:pt x="7261" y="8579"/>
                    </a:lnTo>
                    <a:cubicBezTo>
                      <a:pt x="7428" y="8411"/>
                      <a:pt x="7512" y="8181"/>
                      <a:pt x="7533" y="7951"/>
                    </a:cubicBezTo>
                    <a:cubicBezTo>
                      <a:pt x="7742" y="7951"/>
                      <a:pt x="7972" y="7847"/>
                      <a:pt x="8139" y="7679"/>
                    </a:cubicBezTo>
                    <a:cubicBezTo>
                      <a:pt x="8307" y="7512"/>
                      <a:pt x="8411" y="7303"/>
                      <a:pt x="8411" y="7072"/>
                    </a:cubicBezTo>
                    <a:cubicBezTo>
                      <a:pt x="8642" y="7051"/>
                      <a:pt x="8872" y="6968"/>
                      <a:pt x="9039" y="6779"/>
                    </a:cubicBezTo>
                    <a:cubicBezTo>
                      <a:pt x="9207" y="6633"/>
                      <a:pt x="9290" y="6403"/>
                      <a:pt x="9311" y="6173"/>
                    </a:cubicBezTo>
                    <a:cubicBezTo>
                      <a:pt x="9520" y="6152"/>
                      <a:pt x="9751" y="6068"/>
                      <a:pt x="9918" y="5901"/>
                    </a:cubicBezTo>
                    <a:lnTo>
                      <a:pt x="10064" y="5754"/>
                    </a:lnTo>
                    <a:cubicBezTo>
                      <a:pt x="10692" y="5126"/>
                      <a:pt x="11048" y="4310"/>
                      <a:pt x="11048" y="3473"/>
                    </a:cubicBezTo>
                    <a:cubicBezTo>
                      <a:pt x="11027" y="2616"/>
                      <a:pt x="10692" y="1800"/>
                      <a:pt x="10064" y="1193"/>
                    </a:cubicBezTo>
                    <a:lnTo>
                      <a:pt x="9667" y="795"/>
                    </a:lnTo>
                    <a:cubicBezTo>
                      <a:pt x="9064" y="287"/>
                      <a:pt x="8309" y="33"/>
                      <a:pt x="7508" y="33"/>
                    </a:cubicBezTo>
                    <a:cubicBezTo>
                      <a:pt x="7419" y="33"/>
                      <a:pt x="7330" y="36"/>
                      <a:pt x="7240" y="42"/>
                    </a:cubicBezTo>
                    <a:cubicBezTo>
                      <a:pt x="6717" y="84"/>
                      <a:pt x="6194" y="251"/>
                      <a:pt x="5712" y="502"/>
                    </a:cubicBezTo>
                    <a:cubicBezTo>
                      <a:pt x="5173" y="172"/>
                      <a:pt x="4546" y="0"/>
                      <a:pt x="3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3" name="Google Shape;793;p43"/>
            <p:cNvGrpSpPr/>
            <p:nvPr/>
          </p:nvGrpSpPr>
          <p:grpSpPr>
            <a:xfrm>
              <a:off x="3336506" y="3211842"/>
              <a:ext cx="466859" cy="461601"/>
              <a:chOff x="3889298" y="3913474"/>
              <a:chExt cx="414176" cy="409511"/>
            </a:xfrm>
          </p:grpSpPr>
          <p:sp>
            <p:nvSpPr>
              <p:cNvPr id="794" name="Google Shape;794;p43"/>
              <p:cNvSpPr/>
              <p:nvPr/>
            </p:nvSpPr>
            <p:spPr>
              <a:xfrm rot="8100000" flipH="1">
                <a:off x="4084289" y="4165509"/>
                <a:ext cx="128976" cy="125582"/>
              </a:xfrm>
              <a:prstGeom prst="round2SameRect">
                <a:avLst>
                  <a:gd name="adj1" fmla="val 31201"/>
                  <a:gd name="adj2" fmla="val 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43"/>
              <p:cNvSpPr/>
              <p:nvPr/>
            </p:nvSpPr>
            <p:spPr>
              <a:xfrm flipH="1">
                <a:off x="3889298" y="3913474"/>
                <a:ext cx="414176" cy="409511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839" extrusionOk="0">
                    <a:moveTo>
                      <a:pt x="9322" y="655"/>
                    </a:moveTo>
                    <a:cubicBezTo>
                      <a:pt x="9413" y="655"/>
                      <a:pt x="9499" y="686"/>
                      <a:pt x="9547" y="749"/>
                    </a:cubicBezTo>
                    <a:lnTo>
                      <a:pt x="11027" y="2198"/>
                    </a:lnTo>
                    <a:cubicBezTo>
                      <a:pt x="11122" y="2324"/>
                      <a:pt x="11122" y="2545"/>
                      <a:pt x="11027" y="2671"/>
                    </a:cubicBezTo>
                    <a:cubicBezTo>
                      <a:pt x="10964" y="2718"/>
                      <a:pt x="10870" y="2742"/>
                      <a:pt x="10779" y="2742"/>
                    </a:cubicBezTo>
                    <a:cubicBezTo>
                      <a:pt x="10689" y="2742"/>
                      <a:pt x="10602" y="2718"/>
                      <a:pt x="10555" y="2671"/>
                    </a:cubicBezTo>
                    <a:lnTo>
                      <a:pt x="10303" y="2419"/>
                    </a:lnTo>
                    <a:lnTo>
                      <a:pt x="9074" y="1190"/>
                    </a:lnTo>
                    <a:cubicBezTo>
                      <a:pt x="8916" y="1096"/>
                      <a:pt x="8916" y="907"/>
                      <a:pt x="9074" y="749"/>
                    </a:cubicBezTo>
                    <a:cubicBezTo>
                      <a:pt x="9137" y="686"/>
                      <a:pt x="9232" y="655"/>
                      <a:pt x="9322" y="655"/>
                    </a:cubicBezTo>
                    <a:close/>
                    <a:moveTo>
                      <a:pt x="9106" y="2230"/>
                    </a:moveTo>
                    <a:lnTo>
                      <a:pt x="9547" y="2702"/>
                    </a:lnTo>
                    <a:lnTo>
                      <a:pt x="9011" y="3270"/>
                    </a:lnTo>
                    <a:lnTo>
                      <a:pt x="8538" y="2797"/>
                    </a:lnTo>
                    <a:lnTo>
                      <a:pt x="9106" y="2230"/>
                    </a:lnTo>
                    <a:close/>
                    <a:moveTo>
                      <a:pt x="6333" y="1694"/>
                    </a:moveTo>
                    <a:cubicBezTo>
                      <a:pt x="6396" y="1694"/>
                      <a:pt x="6522" y="1726"/>
                      <a:pt x="6554" y="1789"/>
                    </a:cubicBezTo>
                    <a:lnTo>
                      <a:pt x="8759" y="3994"/>
                    </a:lnTo>
                    <a:lnTo>
                      <a:pt x="9988" y="5223"/>
                    </a:lnTo>
                    <a:cubicBezTo>
                      <a:pt x="10082" y="5254"/>
                      <a:pt x="10114" y="5349"/>
                      <a:pt x="10114" y="5475"/>
                    </a:cubicBezTo>
                    <a:cubicBezTo>
                      <a:pt x="10114" y="5538"/>
                      <a:pt x="10082" y="5664"/>
                      <a:pt x="9988" y="5695"/>
                    </a:cubicBezTo>
                    <a:cubicBezTo>
                      <a:pt x="9925" y="5727"/>
                      <a:pt x="9830" y="5821"/>
                      <a:pt x="9767" y="5821"/>
                    </a:cubicBezTo>
                    <a:cubicBezTo>
                      <a:pt x="9673" y="5821"/>
                      <a:pt x="9547" y="5790"/>
                      <a:pt x="9515" y="5695"/>
                    </a:cubicBezTo>
                    <a:lnTo>
                      <a:pt x="6081" y="2261"/>
                    </a:lnTo>
                    <a:cubicBezTo>
                      <a:pt x="6018" y="2198"/>
                      <a:pt x="5987" y="2104"/>
                      <a:pt x="5987" y="2041"/>
                    </a:cubicBezTo>
                    <a:cubicBezTo>
                      <a:pt x="5987" y="1946"/>
                      <a:pt x="6018" y="1852"/>
                      <a:pt x="6081" y="1789"/>
                    </a:cubicBezTo>
                    <a:cubicBezTo>
                      <a:pt x="6176" y="1726"/>
                      <a:pt x="6239" y="1694"/>
                      <a:pt x="6333" y="1694"/>
                    </a:cubicBezTo>
                    <a:close/>
                    <a:moveTo>
                      <a:pt x="6333" y="3459"/>
                    </a:moveTo>
                    <a:lnTo>
                      <a:pt x="8286" y="5412"/>
                    </a:lnTo>
                    <a:lnTo>
                      <a:pt x="7782" y="5947"/>
                    </a:lnTo>
                    <a:lnTo>
                      <a:pt x="7026" y="5191"/>
                    </a:lnTo>
                    <a:cubicBezTo>
                      <a:pt x="6979" y="5128"/>
                      <a:pt x="6892" y="5097"/>
                      <a:pt x="6802" y="5097"/>
                    </a:cubicBezTo>
                    <a:cubicBezTo>
                      <a:pt x="6711" y="5097"/>
                      <a:pt x="6617" y="5128"/>
                      <a:pt x="6554" y="5191"/>
                    </a:cubicBezTo>
                    <a:cubicBezTo>
                      <a:pt x="6459" y="5317"/>
                      <a:pt x="6459" y="5538"/>
                      <a:pt x="6554" y="5664"/>
                    </a:cubicBezTo>
                    <a:lnTo>
                      <a:pt x="7310" y="6420"/>
                    </a:lnTo>
                    <a:lnTo>
                      <a:pt x="6837" y="6893"/>
                    </a:lnTo>
                    <a:lnTo>
                      <a:pt x="4884" y="4908"/>
                    </a:lnTo>
                    <a:lnTo>
                      <a:pt x="6333" y="3459"/>
                    </a:lnTo>
                    <a:close/>
                    <a:moveTo>
                      <a:pt x="4348" y="5506"/>
                    </a:moveTo>
                    <a:lnTo>
                      <a:pt x="6333" y="7460"/>
                    </a:lnTo>
                    <a:lnTo>
                      <a:pt x="5860" y="7932"/>
                    </a:lnTo>
                    <a:lnTo>
                      <a:pt x="5388" y="7460"/>
                    </a:lnTo>
                    <a:cubicBezTo>
                      <a:pt x="5325" y="7412"/>
                      <a:pt x="5238" y="7389"/>
                      <a:pt x="5152" y="7389"/>
                    </a:cubicBezTo>
                    <a:cubicBezTo>
                      <a:pt x="5065" y="7389"/>
                      <a:pt x="4978" y="7412"/>
                      <a:pt x="4915" y="7460"/>
                    </a:cubicBezTo>
                    <a:cubicBezTo>
                      <a:pt x="4789" y="7586"/>
                      <a:pt x="4789" y="7838"/>
                      <a:pt x="4915" y="7932"/>
                    </a:cubicBezTo>
                    <a:lnTo>
                      <a:pt x="5388" y="8405"/>
                    </a:lnTo>
                    <a:lnTo>
                      <a:pt x="5167" y="8657"/>
                    </a:lnTo>
                    <a:cubicBezTo>
                      <a:pt x="4915" y="8846"/>
                      <a:pt x="4632" y="8940"/>
                      <a:pt x="4360" y="8940"/>
                    </a:cubicBezTo>
                    <a:cubicBezTo>
                      <a:pt x="4088" y="8940"/>
                      <a:pt x="3828" y="8846"/>
                      <a:pt x="3624" y="8657"/>
                    </a:cubicBezTo>
                    <a:lnTo>
                      <a:pt x="3151" y="8184"/>
                    </a:lnTo>
                    <a:cubicBezTo>
                      <a:pt x="2742" y="7775"/>
                      <a:pt x="2742" y="7113"/>
                      <a:pt x="3151" y="6735"/>
                    </a:cubicBezTo>
                    <a:lnTo>
                      <a:pt x="4348" y="5506"/>
                    </a:lnTo>
                    <a:close/>
                    <a:moveTo>
                      <a:pt x="2678" y="8657"/>
                    </a:moveTo>
                    <a:lnTo>
                      <a:pt x="3151" y="9129"/>
                    </a:lnTo>
                    <a:lnTo>
                      <a:pt x="2899" y="9350"/>
                    </a:lnTo>
                    <a:cubicBezTo>
                      <a:pt x="2836" y="9413"/>
                      <a:pt x="2749" y="9444"/>
                      <a:pt x="2663" y="9444"/>
                    </a:cubicBezTo>
                    <a:cubicBezTo>
                      <a:pt x="2576" y="9444"/>
                      <a:pt x="2489" y="9413"/>
                      <a:pt x="2426" y="9350"/>
                    </a:cubicBezTo>
                    <a:cubicBezTo>
                      <a:pt x="2300" y="9255"/>
                      <a:pt x="2300" y="9003"/>
                      <a:pt x="2426" y="8877"/>
                    </a:cubicBezTo>
                    <a:lnTo>
                      <a:pt x="2678" y="8657"/>
                    </a:lnTo>
                    <a:close/>
                    <a:moveTo>
                      <a:pt x="9389" y="1"/>
                    </a:moveTo>
                    <a:cubicBezTo>
                      <a:pt x="9121" y="1"/>
                      <a:pt x="8853" y="103"/>
                      <a:pt x="8664" y="308"/>
                    </a:cubicBezTo>
                    <a:cubicBezTo>
                      <a:pt x="8255" y="686"/>
                      <a:pt x="8255" y="1379"/>
                      <a:pt x="8664" y="1757"/>
                    </a:cubicBezTo>
                    <a:lnTo>
                      <a:pt x="8097" y="2324"/>
                    </a:lnTo>
                    <a:lnTo>
                      <a:pt x="7121" y="1316"/>
                    </a:lnTo>
                    <a:cubicBezTo>
                      <a:pt x="6932" y="1127"/>
                      <a:pt x="6648" y="1001"/>
                      <a:pt x="6365" y="1001"/>
                    </a:cubicBezTo>
                    <a:cubicBezTo>
                      <a:pt x="6081" y="1001"/>
                      <a:pt x="5829" y="1127"/>
                      <a:pt x="5608" y="1316"/>
                    </a:cubicBezTo>
                    <a:cubicBezTo>
                      <a:pt x="5419" y="1537"/>
                      <a:pt x="5293" y="1789"/>
                      <a:pt x="5293" y="2072"/>
                    </a:cubicBezTo>
                    <a:cubicBezTo>
                      <a:pt x="5293" y="2356"/>
                      <a:pt x="5419" y="2639"/>
                      <a:pt x="5608" y="2828"/>
                    </a:cubicBezTo>
                    <a:lnTo>
                      <a:pt x="5860" y="3049"/>
                    </a:lnTo>
                    <a:lnTo>
                      <a:pt x="2678" y="6263"/>
                    </a:lnTo>
                    <a:cubicBezTo>
                      <a:pt x="2143" y="6767"/>
                      <a:pt x="2048" y="7460"/>
                      <a:pt x="2269" y="8090"/>
                    </a:cubicBezTo>
                    <a:lnTo>
                      <a:pt x="1922" y="8468"/>
                    </a:lnTo>
                    <a:cubicBezTo>
                      <a:pt x="1607" y="8783"/>
                      <a:pt x="1513" y="9255"/>
                      <a:pt x="1733" y="9634"/>
                    </a:cubicBezTo>
                    <a:lnTo>
                      <a:pt x="95" y="11240"/>
                    </a:lnTo>
                    <a:cubicBezTo>
                      <a:pt x="1" y="11366"/>
                      <a:pt x="1" y="11618"/>
                      <a:pt x="95" y="11713"/>
                    </a:cubicBezTo>
                    <a:cubicBezTo>
                      <a:pt x="190" y="11807"/>
                      <a:pt x="284" y="11839"/>
                      <a:pt x="347" y="11839"/>
                    </a:cubicBezTo>
                    <a:cubicBezTo>
                      <a:pt x="410" y="11839"/>
                      <a:pt x="536" y="11807"/>
                      <a:pt x="568" y="11713"/>
                    </a:cubicBezTo>
                    <a:lnTo>
                      <a:pt x="2206" y="10106"/>
                    </a:lnTo>
                    <a:cubicBezTo>
                      <a:pt x="2363" y="10201"/>
                      <a:pt x="2458" y="10232"/>
                      <a:pt x="2615" y="10232"/>
                    </a:cubicBezTo>
                    <a:cubicBezTo>
                      <a:pt x="2899" y="10232"/>
                      <a:pt x="3183" y="10106"/>
                      <a:pt x="3372" y="9917"/>
                    </a:cubicBezTo>
                    <a:lnTo>
                      <a:pt x="3718" y="9571"/>
                    </a:lnTo>
                    <a:cubicBezTo>
                      <a:pt x="3939" y="9634"/>
                      <a:pt x="4159" y="9665"/>
                      <a:pt x="4348" y="9665"/>
                    </a:cubicBezTo>
                    <a:cubicBezTo>
                      <a:pt x="4789" y="9665"/>
                      <a:pt x="5262" y="9508"/>
                      <a:pt x="5577" y="9161"/>
                    </a:cubicBezTo>
                    <a:lnTo>
                      <a:pt x="8759" y="5979"/>
                    </a:lnTo>
                    <a:lnTo>
                      <a:pt x="9011" y="6199"/>
                    </a:lnTo>
                    <a:cubicBezTo>
                      <a:pt x="9200" y="6420"/>
                      <a:pt x="9484" y="6515"/>
                      <a:pt x="9767" y="6515"/>
                    </a:cubicBezTo>
                    <a:cubicBezTo>
                      <a:pt x="10019" y="6515"/>
                      <a:pt x="10303" y="6420"/>
                      <a:pt x="10492" y="6199"/>
                    </a:cubicBezTo>
                    <a:cubicBezTo>
                      <a:pt x="10712" y="6010"/>
                      <a:pt x="10807" y="5727"/>
                      <a:pt x="10807" y="5475"/>
                    </a:cubicBezTo>
                    <a:cubicBezTo>
                      <a:pt x="10807" y="5191"/>
                      <a:pt x="10712" y="4908"/>
                      <a:pt x="10492" y="4719"/>
                    </a:cubicBezTo>
                    <a:lnTo>
                      <a:pt x="9515" y="3711"/>
                    </a:lnTo>
                    <a:lnTo>
                      <a:pt x="10082" y="3207"/>
                    </a:lnTo>
                    <a:cubicBezTo>
                      <a:pt x="10271" y="3427"/>
                      <a:pt x="10555" y="3522"/>
                      <a:pt x="10807" y="3522"/>
                    </a:cubicBezTo>
                    <a:cubicBezTo>
                      <a:pt x="11090" y="3522"/>
                      <a:pt x="11374" y="3427"/>
                      <a:pt x="11563" y="3207"/>
                    </a:cubicBezTo>
                    <a:cubicBezTo>
                      <a:pt x="11972" y="2828"/>
                      <a:pt x="11972" y="2167"/>
                      <a:pt x="11563" y="1757"/>
                    </a:cubicBezTo>
                    <a:lnTo>
                      <a:pt x="10114" y="308"/>
                    </a:lnTo>
                    <a:cubicBezTo>
                      <a:pt x="9925" y="103"/>
                      <a:pt x="9657" y="1"/>
                      <a:pt x="93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6" name="Google Shape;796;p43"/>
            <p:cNvGrpSpPr/>
            <p:nvPr/>
          </p:nvGrpSpPr>
          <p:grpSpPr>
            <a:xfrm>
              <a:off x="6292730" y="3132618"/>
              <a:ext cx="462576" cy="494578"/>
              <a:chOff x="6292730" y="3132618"/>
              <a:chExt cx="462576" cy="494578"/>
            </a:xfrm>
          </p:grpSpPr>
          <p:grpSp>
            <p:nvGrpSpPr>
              <p:cNvPr id="797" name="Google Shape;797;p43"/>
              <p:cNvGrpSpPr/>
              <p:nvPr/>
            </p:nvGrpSpPr>
            <p:grpSpPr>
              <a:xfrm>
                <a:off x="6292730" y="3132618"/>
                <a:ext cx="462576" cy="494578"/>
                <a:chOff x="5970735" y="3154600"/>
                <a:chExt cx="426770" cy="456295"/>
              </a:xfrm>
            </p:grpSpPr>
            <p:sp>
              <p:nvSpPr>
                <p:cNvPr id="798" name="Google Shape;798;p43"/>
                <p:cNvSpPr/>
                <p:nvPr/>
              </p:nvSpPr>
              <p:spPr>
                <a:xfrm flipH="1">
                  <a:off x="5970735" y="3345820"/>
                  <a:ext cx="82007" cy="720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81" h="36637" extrusionOk="0">
                      <a:moveTo>
                        <a:pt x="13113" y="0"/>
                      </a:moveTo>
                      <a:cubicBezTo>
                        <a:pt x="10043" y="0"/>
                        <a:pt x="6974" y="1165"/>
                        <a:pt x="4645" y="3493"/>
                      </a:cubicBezTo>
                      <a:cubicBezTo>
                        <a:pt x="251" y="7908"/>
                        <a:pt x="0" y="14960"/>
                        <a:pt x="3913" y="19646"/>
                      </a:cubicBezTo>
                      <a:cubicBezTo>
                        <a:pt x="4143" y="19918"/>
                        <a:pt x="4394" y="20190"/>
                        <a:pt x="4645" y="20462"/>
                      </a:cubicBezTo>
                      <a:lnTo>
                        <a:pt x="20840" y="36636"/>
                      </a:lnTo>
                      <a:lnTo>
                        <a:pt x="37035" y="20462"/>
                      </a:lnTo>
                      <a:cubicBezTo>
                        <a:pt x="37286" y="20190"/>
                        <a:pt x="37537" y="19918"/>
                        <a:pt x="37768" y="19646"/>
                      </a:cubicBezTo>
                      <a:cubicBezTo>
                        <a:pt x="41680" y="14960"/>
                        <a:pt x="41429" y="7908"/>
                        <a:pt x="37035" y="3493"/>
                      </a:cubicBezTo>
                      <a:cubicBezTo>
                        <a:pt x="34706" y="1165"/>
                        <a:pt x="31632" y="0"/>
                        <a:pt x="28559" y="0"/>
                      </a:cubicBezTo>
                      <a:cubicBezTo>
                        <a:pt x="25807" y="0"/>
                        <a:pt x="23055" y="934"/>
                        <a:pt x="20840" y="2803"/>
                      </a:cubicBezTo>
                      <a:cubicBezTo>
                        <a:pt x="18616" y="934"/>
                        <a:pt x="15864" y="0"/>
                        <a:pt x="13113" y="0"/>
                      </a:cubicBezTo>
                      <a:close/>
                    </a:path>
                  </a:pathLst>
                </a:custGeom>
                <a:solidFill>
                  <a:srgbClr val="B2090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99" name="Google Shape;799;p43"/>
                <p:cNvGrpSpPr/>
                <p:nvPr/>
              </p:nvGrpSpPr>
              <p:grpSpPr>
                <a:xfrm flipH="1">
                  <a:off x="6057319" y="3270727"/>
                  <a:ext cx="340186" cy="340168"/>
                  <a:chOff x="5053900" y="3804850"/>
                  <a:chExt cx="483150" cy="483125"/>
                </a:xfrm>
              </p:grpSpPr>
              <p:sp>
                <p:nvSpPr>
                  <p:cNvPr id="800" name="Google Shape;800;p43"/>
                  <p:cNvSpPr/>
                  <p:nvPr/>
                </p:nvSpPr>
                <p:spPr>
                  <a:xfrm>
                    <a:off x="5053900" y="3804850"/>
                    <a:ext cx="483150" cy="4831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26" h="19325" extrusionOk="0">
                        <a:moveTo>
                          <a:pt x="9663" y="1132"/>
                        </a:moveTo>
                        <a:cubicBezTo>
                          <a:pt x="14367" y="1132"/>
                          <a:pt x="18193" y="4958"/>
                          <a:pt x="18193" y="9662"/>
                        </a:cubicBezTo>
                        <a:cubicBezTo>
                          <a:pt x="18193" y="14367"/>
                          <a:pt x="14367" y="18192"/>
                          <a:pt x="9663" y="18192"/>
                        </a:cubicBezTo>
                        <a:cubicBezTo>
                          <a:pt x="4959" y="18192"/>
                          <a:pt x="1133" y="14367"/>
                          <a:pt x="1133" y="9662"/>
                        </a:cubicBezTo>
                        <a:cubicBezTo>
                          <a:pt x="1133" y="4958"/>
                          <a:pt x="4959" y="1132"/>
                          <a:pt x="9663" y="1132"/>
                        </a:cubicBezTo>
                        <a:close/>
                        <a:moveTo>
                          <a:pt x="9663" y="0"/>
                        </a:moveTo>
                        <a:cubicBezTo>
                          <a:pt x="7094" y="0"/>
                          <a:pt x="4669" y="1009"/>
                          <a:pt x="2839" y="2838"/>
                        </a:cubicBezTo>
                        <a:cubicBezTo>
                          <a:pt x="1009" y="4668"/>
                          <a:pt x="1" y="7093"/>
                          <a:pt x="1" y="9662"/>
                        </a:cubicBezTo>
                        <a:cubicBezTo>
                          <a:pt x="1" y="12232"/>
                          <a:pt x="1009" y="14657"/>
                          <a:pt x="2839" y="16486"/>
                        </a:cubicBezTo>
                        <a:cubicBezTo>
                          <a:pt x="4669" y="18316"/>
                          <a:pt x="7094" y="19325"/>
                          <a:pt x="9663" y="19325"/>
                        </a:cubicBezTo>
                        <a:cubicBezTo>
                          <a:pt x="12233" y="19325"/>
                          <a:pt x="14657" y="18316"/>
                          <a:pt x="16487" y="16486"/>
                        </a:cubicBezTo>
                        <a:cubicBezTo>
                          <a:pt x="18317" y="14657"/>
                          <a:pt x="19325" y="12232"/>
                          <a:pt x="19325" y="9662"/>
                        </a:cubicBezTo>
                        <a:cubicBezTo>
                          <a:pt x="19325" y="7093"/>
                          <a:pt x="18317" y="4668"/>
                          <a:pt x="16487" y="2838"/>
                        </a:cubicBezTo>
                        <a:cubicBezTo>
                          <a:pt x="14657" y="1009"/>
                          <a:pt x="12233" y="0"/>
                          <a:pt x="966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5D74"/>
                      </a:solidFill>
                    </a:endParaRPr>
                  </a:p>
                </p:txBody>
              </p:sp>
              <p:sp>
                <p:nvSpPr>
                  <p:cNvPr id="801" name="Google Shape;801;p43"/>
                  <p:cNvSpPr/>
                  <p:nvPr/>
                </p:nvSpPr>
                <p:spPr>
                  <a:xfrm rot="10800000">
                    <a:off x="5170122" y="4066248"/>
                    <a:ext cx="250675" cy="927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26" h="4529" extrusionOk="0">
                        <a:moveTo>
                          <a:pt x="5006" y="0"/>
                        </a:moveTo>
                        <a:cubicBezTo>
                          <a:pt x="2684" y="0"/>
                          <a:pt x="659" y="1572"/>
                          <a:pt x="79" y="3820"/>
                        </a:cubicBezTo>
                        <a:cubicBezTo>
                          <a:pt x="1" y="4125"/>
                          <a:pt x="182" y="4433"/>
                          <a:pt x="487" y="4511"/>
                        </a:cubicBezTo>
                        <a:cubicBezTo>
                          <a:pt x="533" y="4523"/>
                          <a:pt x="580" y="4528"/>
                          <a:pt x="625" y="4528"/>
                        </a:cubicBezTo>
                        <a:cubicBezTo>
                          <a:pt x="878" y="4528"/>
                          <a:pt x="1109" y="4359"/>
                          <a:pt x="1175" y="4103"/>
                        </a:cubicBezTo>
                        <a:cubicBezTo>
                          <a:pt x="1625" y="2352"/>
                          <a:pt x="3205" y="1126"/>
                          <a:pt x="5013" y="1126"/>
                        </a:cubicBezTo>
                        <a:cubicBezTo>
                          <a:pt x="6822" y="1126"/>
                          <a:pt x="8401" y="2352"/>
                          <a:pt x="8851" y="4103"/>
                        </a:cubicBezTo>
                        <a:cubicBezTo>
                          <a:pt x="8917" y="4359"/>
                          <a:pt x="9148" y="4528"/>
                          <a:pt x="9401" y="4528"/>
                        </a:cubicBezTo>
                        <a:cubicBezTo>
                          <a:pt x="9447" y="4528"/>
                          <a:pt x="9493" y="4523"/>
                          <a:pt x="9539" y="4511"/>
                        </a:cubicBezTo>
                        <a:cubicBezTo>
                          <a:pt x="9844" y="4433"/>
                          <a:pt x="10025" y="4125"/>
                          <a:pt x="9947" y="3820"/>
                        </a:cubicBezTo>
                        <a:cubicBezTo>
                          <a:pt x="9368" y="1572"/>
                          <a:pt x="7342" y="0"/>
                          <a:pt x="5020" y="0"/>
                        </a:cubicBezTo>
                        <a:cubicBezTo>
                          <a:pt x="5018" y="0"/>
                          <a:pt x="5015" y="0"/>
                          <a:pt x="5013" y="0"/>
                        </a:cubicBezTo>
                        <a:cubicBezTo>
                          <a:pt x="5011" y="0"/>
                          <a:pt x="5009" y="0"/>
                          <a:pt x="500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435D74"/>
                      </a:solidFill>
                    </a:endParaRPr>
                  </a:p>
                </p:txBody>
              </p:sp>
            </p:grpSp>
            <p:sp>
              <p:nvSpPr>
                <p:cNvPr id="802" name="Google Shape;802;p43"/>
                <p:cNvSpPr/>
                <p:nvPr/>
              </p:nvSpPr>
              <p:spPr>
                <a:xfrm flipH="1">
                  <a:off x="6008853" y="3188525"/>
                  <a:ext cx="119937" cy="105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81" h="36637" extrusionOk="0">
                      <a:moveTo>
                        <a:pt x="13113" y="0"/>
                      </a:moveTo>
                      <a:cubicBezTo>
                        <a:pt x="10043" y="0"/>
                        <a:pt x="6974" y="1165"/>
                        <a:pt x="4645" y="3493"/>
                      </a:cubicBezTo>
                      <a:cubicBezTo>
                        <a:pt x="251" y="7908"/>
                        <a:pt x="0" y="14960"/>
                        <a:pt x="3913" y="19646"/>
                      </a:cubicBezTo>
                      <a:cubicBezTo>
                        <a:pt x="4143" y="19918"/>
                        <a:pt x="4394" y="20190"/>
                        <a:pt x="4645" y="20462"/>
                      </a:cubicBezTo>
                      <a:lnTo>
                        <a:pt x="20840" y="36636"/>
                      </a:lnTo>
                      <a:lnTo>
                        <a:pt x="37035" y="20462"/>
                      </a:lnTo>
                      <a:cubicBezTo>
                        <a:pt x="37286" y="20190"/>
                        <a:pt x="37537" y="19918"/>
                        <a:pt x="37768" y="19646"/>
                      </a:cubicBezTo>
                      <a:cubicBezTo>
                        <a:pt x="41680" y="14960"/>
                        <a:pt x="41429" y="7908"/>
                        <a:pt x="37035" y="3493"/>
                      </a:cubicBezTo>
                      <a:cubicBezTo>
                        <a:pt x="34706" y="1165"/>
                        <a:pt x="31632" y="0"/>
                        <a:pt x="28559" y="0"/>
                      </a:cubicBezTo>
                      <a:cubicBezTo>
                        <a:pt x="25807" y="0"/>
                        <a:pt x="23055" y="934"/>
                        <a:pt x="20840" y="2803"/>
                      </a:cubicBezTo>
                      <a:cubicBezTo>
                        <a:pt x="18616" y="934"/>
                        <a:pt x="15864" y="0"/>
                        <a:pt x="13113" y="0"/>
                      </a:cubicBezTo>
                      <a:close/>
                    </a:path>
                  </a:pathLst>
                </a:custGeom>
                <a:solidFill>
                  <a:srgbClr val="B2090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3" name="Google Shape;803;p43"/>
                <p:cNvSpPr/>
                <p:nvPr/>
              </p:nvSpPr>
              <p:spPr>
                <a:xfrm flipH="1">
                  <a:off x="5979778" y="3154600"/>
                  <a:ext cx="119937" cy="105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81" h="36637" extrusionOk="0">
                      <a:moveTo>
                        <a:pt x="13113" y="0"/>
                      </a:moveTo>
                      <a:cubicBezTo>
                        <a:pt x="10043" y="0"/>
                        <a:pt x="6974" y="1165"/>
                        <a:pt x="4645" y="3493"/>
                      </a:cubicBezTo>
                      <a:cubicBezTo>
                        <a:pt x="251" y="7908"/>
                        <a:pt x="0" y="14960"/>
                        <a:pt x="3913" y="19646"/>
                      </a:cubicBezTo>
                      <a:cubicBezTo>
                        <a:pt x="4143" y="19918"/>
                        <a:pt x="4394" y="20190"/>
                        <a:pt x="4645" y="20462"/>
                      </a:cubicBezTo>
                      <a:lnTo>
                        <a:pt x="20840" y="36636"/>
                      </a:lnTo>
                      <a:lnTo>
                        <a:pt x="37035" y="20462"/>
                      </a:lnTo>
                      <a:cubicBezTo>
                        <a:pt x="37286" y="20190"/>
                        <a:pt x="37537" y="19918"/>
                        <a:pt x="37768" y="19646"/>
                      </a:cubicBezTo>
                      <a:cubicBezTo>
                        <a:pt x="41680" y="14960"/>
                        <a:pt x="41429" y="7908"/>
                        <a:pt x="37035" y="3493"/>
                      </a:cubicBezTo>
                      <a:cubicBezTo>
                        <a:pt x="34706" y="1165"/>
                        <a:pt x="31632" y="0"/>
                        <a:pt x="28559" y="0"/>
                      </a:cubicBezTo>
                      <a:cubicBezTo>
                        <a:pt x="25807" y="0"/>
                        <a:pt x="23055" y="934"/>
                        <a:pt x="20840" y="2803"/>
                      </a:cubicBezTo>
                      <a:cubicBezTo>
                        <a:pt x="18616" y="934"/>
                        <a:pt x="15864" y="0"/>
                        <a:pt x="13113" y="0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04" name="Google Shape;804;p43"/>
              <p:cNvSpPr/>
              <p:nvPr/>
            </p:nvSpPr>
            <p:spPr>
              <a:xfrm>
                <a:off x="6498063" y="3391575"/>
                <a:ext cx="51900" cy="51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43"/>
              <p:cNvSpPr/>
              <p:nvPr/>
            </p:nvSpPr>
            <p:spPr>
              <a:xfrm>
                <a:off x="6596180" y="3391575"/>
                <a:ext cx="51900" cy="51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4"/>
          <p:cNvSpPr txBox="1">
            <a:spLocks noGrp="1"/>
          </p:cNvSpPr>
          <p:nvPr>
            <p:ph type="title" idx="6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none"/>
              <a:t>Features</a:t>
            </a:r>
            <a:endParaRPr u="none"/>
          </a:p>
        </p:txBody>
      </p:sp>
      <p:sp>
        <p:nvSpPr>
          <p:cNvPr id="811" name="Google Shape;811;p44"/>
          <p:cNvSpPr txBox="1">
            <a:spLocks noGrp="1"/>
          </p:cNvSpPr>
          <p:nvPr>
            <p:ph type="title"/>
          </p:nvPr>
        </p:nvSpPr>
        <p:spPr>
          <a:xfrm>
            <a:off x="989600" y="3135104"/>
            <a:ext cx="1838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Donor</a:t>
            </a:r>
            <a:endParaRPr/>
          </a:p>
        </p:txBody>
      </p:sp>
      <p:sp>
        <p:nvSpPr>
          <p:cNvPr id="812" name="Google Shape;812;p44"/>
          <p:cNvSpPr txBox="1">
            <a:spLocks noGrp="1"/>
          </p:cNvSpPr>
          <p:nvPr>
            <p:ph type="subTitle" idx="1"/>
          </p:nvPr>
        </p:nvSpPr>
        <p:spPr>
          <a:xfrm>
            <a:off x="1046125" y="3624773"/>
            <a:ext cx="1725600" cy="7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your blood group, district and contact details in minutes.</a:t>
            </a:r>
            <a:endParaRPr/>
          </a:p>
        </p:txBody>
      </p:sp>
      <p:sp>
        <p:nvSpPr>
          <p:cNvPr id="813" name="Google Shape;813;p44"/>
          <p:cNvSpPr txBox="1">
            <a:spLocks noGrp="1"/>
          </p:cNvSpPr>
          <p:nvPr>
            <p:ph type="title" idx="2"/>
          </p:nvPr>
        </p:nvSpPr>
        <p:spPr>
          <a:xfrm>
            <a:off x="3652650" y="3135104"/>
            <a:ext cx="1838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Donor</a:t>
            </a:r>
            <a:endParaRPr/>
          </a:p>
        </p:txBody>
      </p:sp>
      <p:sp>
        <p:nvSpPr>
          <p:cNvPr id="814" name="Google Shape;814;p44"/>
          <p:cNvSpPr txBox="1">
            <a:spLocks noGrp="1"/>
          </p:cNvSpPr>
          <p:nvPr>
            <p:ph type="subTitle" idx="3"/>
          </p:nvPr>
        </p:nvSpPr>
        <p:spPr>
          <a:xfrm>
            <a:off x="3713425" y="3624773"/>
            <a:ext cx="1725600" cy="7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Filter donors by blood group and district to find help fast.</a:t>
            </a:r>
            <a:endParaRPr/>
          </a:p>
        </p:txBody>
      </p:sp>
      <p:sp>
        <p:nvSpPr>
          <p:cNvPr id="815" name="Google Shape;815;p44"/>
          <p:cNvSpPr txBox="1">
            <a:spLocks noGrp="1"/>
          </p:cNvSpPr>
          <p:nvPr>
            <p:ph type="title" idx="4"/>
          </p:nvPr>
        </p:nvSpPr>
        <p:spPr>
          <a:xfrm>
            <a:off x="6315700" y="3135104"/>
            <a:ext cx="1838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Request Blood</a:t>
            </a:r>
            <a:endParaRPr/>
          </a:p>
        </p:txBody>
      </p:sp>
      <p:sp>
        <p:nvSpPr>
          <p:cNvPr id="816" name="Google Shape;816;p44"/>
          <p:cNvSpPr txBox="1">
            <a:spLocks noGrp="1"/>
          </p:cNvSpPr>
          <p:nvPr>
            <p:ph type="subTitle" idx="5"/>
          </p:nvPr>
        </p:nvSpPr>
        <p:spPr>
          <a:xfrm>
            <a:off x="6372275" y="3624773"/>
            <a:ext cx="1725600" cy="77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Submit an urgent blood request - no account needed.</a:t>
            </a:r>
            <a:endParaRPr/>
          </a:p>
        </p:txBody>
      </p:sp>
      <p:grpSp>
        <p:nvGrpSpPr>
          <p:cNvPr id="817" name="Google Shape;817;p44"/>
          <p:cNvGrpSpPr/>
          <p:nvPr/>
        </p:nvGrpSpPr>
        <p:grpSpPr>
          <a:xfrm>
            <a:off x="1474250" y="2144388"/>
            <a:ext cx="6203945" cy="868800"/>
            <a:chOff x="1474250" y="2137350"/>
            <a:chExt cx="6203945" cy="868800"/>
          </a:xfrm>
        </p:grpSpPr>
        <p:sp>
          <p:nvSpPr>
            <p:cNvPr id="818" name="Google Shape;818;p44"/>
            <p:cNvSpPr/>
            <p:nvPr/>
          </p:nvSpPr>
          <p:spPr>
            <a:xfrm>
              <a:off x="1474250" y="2137350"/>
              <a:ext cx="868800" cy="8688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4"/>
            <p:cNvSpPr/>
            <p:nvPr/>
          </p:nvSpPr>
          <p:spPr>
            <a:xfrm>
              <a:off x="4141820" y="2137350"/>
              <a:ext cx="868800" cy="8688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4"/>
            <p:cNvSpPr/>
            <p:nvPr/>
          </p:nvSpPr>
          <p:spPr>
            <a:xfrm>
              <a:off x="6809395" y="2137350"/>
              <a:ext cx="868800" cy="868800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21" name="Google Shape;821;p44"/>
            <p:cNvCxnSpPr>
              <a:stCxn id="818" idx="6"/>
              <a:endCxn id="819" idx="2"/>
            </p:cNvCxnSpPr>
            <p:nvPr/>
          </p:nvCxnSpPr>
          <p:spPr>
            <a:xfrm>
              <a:off x="2343050" y="2571750"/>
              <a:ext cx="1798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2" name="Google Shape;822;p44"/>
            <p:cNvCxnSpPr/>
            <p:nvPr/>
          </p:nvCxnSpPr>
          <p:spPr>
            <a:xfrm>
              <a:off x="5002925" y="2571750"/>
              <a:ext cx="1798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23" name="Google Shape;823;p44"/>
          <p:cNvGrpSpPr/>
          <p:nvPr/>
        </p:nvGrpSpPr>
        <p:grpSpPr>
          <a:xfrm>
            <a:off x="4325396" y="2325001"/>
            <a:ext cx="493206" cy="493500"/>
            <a:chOff x="6858487" y="4006268"/>
            <a:chExt cx="421615" cy="421867"/>
          </a:xfrm>
        </p:grpSpPr>
        <p:sp>
          <p:nvSpPr>
            <p:cNvPr id="824" name="Google Shape;824;p44"/>
            <p:cNvSpPr/>
            <p:nvPr/>
          </p:nvSpPr>
          <p:spPr>
            <a:xfrm>
              <a:off x="7051617" y="4109050"/>
              <a:ext cx="146747" cy="319085"/>
            </a:xfrm>
            <a:custGeom>
              <a:avLst/>
              <a:gdLst/>
              <a:ahLst/>
              <a:cxnLst/>
              <a:rect l="l" t="t" r="r" b="b"/>
              <a:pathLst>
                <a:path w="5023" h="8789" extrusionOk="0">
                  <a:moveTo>
                    <a:pt x="4081" y="0"/>
                  </a:moveTo>
                  <a:cubicBezTo>
                    <a:pt x="3558" y="0"/>
                    <a:pt x="3139" y="419"/>
                    <a:pt x="3139" y="942"/>
                  </a:cubicBezTo>
                  <a:lnTo>
                    <a:pt x="3139" y="2574"/>
                  </a:lnTo>
                  <a:cubicBezTo>
                    <a:pt x="3030" y="2533"/>
                    <a:pt x="2916" y="2512"/>
                    <a:pt x="2802" y="2512"/>
                  </a:cubicBezTo>
                  <a:cubicBezTo>
                    <a:pt x="2569" y="2512"/>
                    <a:pt x="2339" y="2600"/>
                    <a:pt x="2156" y="2783"/>
                  </a:cubicBezTo>
                  <a:lnTo>
                    <a:pt x="461" y="4499"/>
                  </a:lnTo>
                  <a:cubicBezTo>
                    <a:pt x="168" y="4792"/>
                    <a:pt x="1" y="5189"/>
                    <a:pt x="1" y="5608"/>
                  </a:cubicBezTo>
                  <a:lnTo>
                    <a:pt x="1" y="8788"/>
                  </a:lnTo>
                  <a:lnTo>
                    <a:pt x="3139" y="8788"/>
                  </a:lnTo>
                  <a:lnTo>
                    <a:pt x="3139" y="7031"/>
                  </a:lnTo>
                  <a:lnTo>
                    <a:pt x="4583" y="5001"/>
                  </a:lnTo>
                  <a:cubicBezTo>
                    <a:pt x="4876" y="4687"/>
                    <a:pt x="5023" y="4311"/>
                    <a:pt x="5023" y="3892"/>
                  </a:cubicBezTo>
                  <a:lnTo>
                    <a:pt x="5023" y="942"/>
                  </a:lnTo>
                  <a:cubicBezTo>
                    <a:pt x="5023" y="419"/>
                    <a:pt x="4604" y="0"/>
                    <a:pt x="4081" y="0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4"/>
            <p:cNvSpPr/>
            <p:nvPr/>
          </p:nvSpPr>
          <p:spPr>
            <a:xfrm>
              <a:off x="6858487" y="4109050"/>
              <a:ext cx="146747" cy="319085"/>
            </a:xfrm>
            <a:custGeom>
              <a:avLst/>
              <a:gdLst/>
              <a:ahLst/>
              <a:cxnLst/>
              <a:rect l="l" t="t" r="r" b="b"/>
              <a:pathLst>
                <a:path w="5023" h="8789" extrusionOk="0">
                  <a:moveTo>
                    <a:pt x="942" y="0"/>
                  </a:moveTo>
                  <a:cubicBezTo>
                    <a:pt x="419" y="0"/>
                    <a:pt x="1" y="419"/>
                    <a:pt x="1" y="942"/>
                  </a:cubicBezTo>
                  <a:lnTo>
                    <a:pt x="1" y="3913"/>
                  </a:lnTo>
                  <a:cubicBezTo>
                    <a:pt x="1" y="4311"/>
                    <a:pt x="147" y="4708"/>
                    <a:pt x="419" y="5001"/>
                  </a:cubicBezTo>
                  <a:lnTo>
                    <a:pt x="1863" y="7031"/>
                  </a:lnTo>
                  <a:lnTo>
                    <a:pt x="1863" y="8788"/>
                  </a:lnTo>
                  <a:lnTo>
                    <a:pt x="5022" y="8788"/>
                  </a:lnTo>
                  <a:lnTo>
                    <a:pt x="5022" y="5608"/>
                  </a:lnTo>
                  <a:cubicBezTo>
                    <a:pt x="5022" y="5189"/>
                    <a:pt x="4855" y="4792"/>
                    <a:pt x="4562" y="4499"/>
                  </a:cubicBezTo>
                  <a:lnTo>
                    <a:pt x="2846" y="2783"/>
                  </a:lnTo>
                  <a:cubicBezTo>
                    <a:pt x="2673" y="2610"/>
                    <a:pt x="2430" y="2516"/>
                    <a:pt x="2186" y="2516"/>
                  </a:cubicBezTo>
                  <a:cubicBezTo>
                    <a:pt x="2076" y="2516"/>
                    <a:pt x="1967" y="2535"/>
                    <a:pt x="1863" y="2574"/>
                  </a:cubicBezTo>
                  <a:lnTo>
                    <a:pt x="1863" y="942"/>
                  </a:lnTo>
                  <a:cubicBezTo>
                    <a:pt x="1863" y="419"/>
                    <a:pt x="1444" y="0"/>
                    <a:pt x="942" y="0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4"/>
            <p:cNvSpPr/>
            <p:nvPr/>
          </p:nvSpPr>
          <p:spPr>
            <a:xfrm>
              <a:off x="7045137" y="4024406"/>
              <a:ext cx="88656" cy="132902"/>
            </a:xfrm>
            <a:custGeom>
              <a:avLst/>
              <a:gdLst/>
              <a:ahLst/>
              <a:cxnLst/>
              <a:rect l="l" t="t" r="r" b="b"/>
              <a:pathLst>
                <a:path w="1884" h="2825" extrusionOk="0">
                  <a:moveTo>
                    <a:pt x="942" y="0"/>
                  </a:moveTo>
                  <a:lnTo>
                    <a:pt x="126" y="1423"/>
                  </a:lnTo>
                  <a:cubicBezTo>
                    <a:pt x="42" y="1570"/>
                    <a:pt x="0" y="1716"/>
                    <a:pt x="0" y="1883"/>
                  </a:cubicBezTo>
                  <a:cubicBezTo>
                    <a:pt x="0" y="2407"/>
                    <a:pt x="440" y="2825"/>
                    <a:pt x="942" y="2825"/>
                  </a:cubicBezTo>
                  <a:cubicBezTo>
                    <a:pt x="1465" y="2825"/>
                    <a:pt x="1884" y="2407"/>
                    <a:pt x="1884" y="1883"/>
                  </a:cubicBezTo>
                  <a:cubicBezTo>
                    <a:pt x="1884" y="1716"/>
                    <a:pt x="1842" y="1570"/>
                    <a:pt x="1758" y="1423"/>
                  </a:cubicBezTo>
                  <a:lnTo>
                    <a:pt x="9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4"/>
            <p:cNvSpPr/>
            <p:nvPr/>
          </p:nvSpPr>
          <p:spPr>
            <a:xfrm>
              <a:off x="7096980" y="4063232"/>
              <a:ext cx="183122" cy="319085"/>
            </a:xfrm>
            <a:custGeom>
              <a:avLst/>
              <a:gdLst/>
              <a:ahLst/>
              <a:cxnLst/>
              <a:rect l="l" t="t" r="r" b="b"/>
              <a:pathLst>
                <a:path w="5044" h="8789" extrusionOk="0">
                  <a:moveTo>
                    <a:pt x="4102" y="628"/>
                  </a:moveTo>
                  <a:cubicBezTo>
                    <a:pt x="4269" y="628"/>
                    <a:pt x="4416" y="775"/>
                    <a:pt x="4416" y="942"/>
                  </a:cubicBezTo>
                  <a:lnTo>
                    <a:pt x="4416" y="3892"/>
                  </a:lnTo>
                  <a:cubicBezTo>
                    <a:pt x="4416" y="4143"/>
                    <a:pt x="4311" y="4394"/>
                    <a:pt x="4123" y="4562"/>
                  </a:cubicBezTo>
                  <a:lnTo>
                    <a:pt x="4123" y="4583"/>
                  </a:lnTo>
                  <a:lnTo>
                    <a:pt x="2532" y="6821"/>
                  </a:lnTo>
                  <a:lnTo>
                    <a:pt x="2532" y="8161"/>
                  </a:lnTo>
                  <a:lnTo>
                    <a:pt x="628" y="8161"/>
                  </a:lnTo>
                  <a:lnTo>
                    <a:pt x="628" y="5587"/>
                  </a:lnTo>
                  <a:cubicBezTo>
                    <a:pt x="628" y="5336"/>
                    <a:pt x="733" y="5106"/>
                    <a:pt x="921" y="4938"/>
                  </a:cubicBezTo>
                  <a:lnTo>
                    <a:pt x="2616" y="3223"/>
                  </a:lnTo>
                  <a:cubicBezTo>
                    <a:pt x="2679" y="3160"/>
                    <a:pt x="2757" y="3128"/>
                    <a:pt x="2836" y="3128"/>
                  </a:cubicBezTo>
                  <a:cubicBezTo>
                    <a:pt x="2914" y="3128"/>
                    <a:pt x="2993" y="3160"/>
                    <a:pt x="3056" y="3223"/>
                  </a:cubicBezTo>
                  <a:cubicBezTo>
                    <a:pt x="3181" y="3348"/>
                    <a:pt x="3181" y="3557"/>
                    <a:pt x="3056" y="3683"/>
                  </a:cubicBezTo>
                  <a:lnTo>
                    <a:pt x="1779" y="4959"/>
                  </a:lnTo>
                  <a:lnTo>
                    <a:pt x="2219" y="5399"/>
                  </a:lnTo>
                  <a:lnTo>
                    <a:pt x="3495" y="4122"/>
                  </a:lnTo>
                  <a:cubicBezTo>
                    <a:pt x="3683" y="3934"/>
                    <a:pt x="3788" y="3704"/>
                    <a:pt x="3788" y="3453"/>
                  </a:cubicBezTo>
                  <a:lnTo>
                    <a:pt x="3788" y="942"/>
                  </a:lnTo>
                  <a:cubicBezTo>
                    <a:pt x="3788" y="775"/>
                    <a:pt x="3913" y="628"/>
                    <a:pt x="4102" y="628"/>
                  </a:cubicBezTo>
                  <a:close/>
                  <a:moveTo>
                    <a:pt x="4102" y="0"/>
                  </a:moveTo>
                  <a:cubicBezTo>
                    <a:pt x="3579" y="0"/>
                    <a:pt x="3160" y="419"/>
                    <a:pt x="3160" y="942"/>
                  </a:cubicBezTo>
                  <a:lnTo>
                    <a:pt x="3160" y="2553"/>
                  </a:lnTo>
                  <a:cubicBezTo>
                    <a:pt x="3059" y="2522"/>
                    <a:pt x="2955" y="2505"/>
                    <a:pt x="2850" y="2505"/>
                  </a:cubicBezTo>
                  <a:cubicBezTo>
                    <a:pt x="2608" y="2505"/>
                    <a:pt x="2367" y="2593"/>
                    <a:pt x="2177" y="2783"/>
                  </a:cubicBezTo>
                  <a:lnTo>
                    <a:pt x="482" y="4478"/>
                  </a:lnTo>
                  <a:cubicBezTo>
                    <a:pt x="168" y="4771"/>
                    <a:pt x="1" y="5168"/>
                    <a:pt x="1" y="5587"/>
                  </a:cubicBezTo>
                  <a:lnTo>
                    <a:pt x="1" y="8788"/>
                  </a:lnTo>
                  <a:lnTo>
                    <a:pt x="3160" y="8788"/>
                  </a:lnTo>
                  <a:lnTo>
                    <a:pt x="3160" y="7031"/>
                  </a:lnTo>
                  <a:lnTo>
                    <a:pt x="4604" y="4980"/>
                  </a:lnTo>
                  <a:cubicBezTo>
                    <a:pt x="4876" y="4687"/>
                    <a:pt x="5043" y="4311"/>
                    <a:pt x="5043" y="3892"/>
                  </a:cubicBezTo>
                  <a:lnTo>
                    <a:pt x="5043" y="942"/>
                  </a:lnTo>
                  <a:cubicBezTo>
                    <a:pt x="5043" y="419"/>
                    <a:pt x="4625" y="0"/>
                    <a:pt x="4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4"/>
            <p:cNvSpPr/>
            <p:nvPr/>
          </p:nvSpPr>
          <p:spPr>
            <a:xfrm>
              <a:off x="6890363" y="4063232"/>
              <a:ext cx="182360" cy="319085"/>
            </a:xfrm>
            <a:custGeom>
              <a:avLst/>
              <a:gdLst/>
              <a:ahLst/>
              <a:cxnLst/>
              <a:rect l="l" t="t" r="r" b="b"/>
              <a:pathLst>
                <a:path w="5023" h="8789" extrusionOk="0">
                  <a:moveTo>
                    <a:pt x="942" y="628"/>
                  </a:moveTo>
                  <a:cubicBezTo>
                    <a:pt x="1109" y="628"/>
                    <a:pt x="1256" y="775"/>
                    <a:pt x="1256" y="942"/>
                  </a:cubicBezTo>
                  <a:lnTo>
                    <a:pt x="1256" y="3453"/>
                  </a:lnTo>
                  <a:cubicBezTo>
                    <a:pt x="1256" y="3704"/>
                    <a:pt x="1360" y="3934"/>
                    <a:pt x="1528" y="4122"/>
                  </a:cubicBezTo>
                  <a:lnTo>
                    <a:pt x="2825" y="5399"/>
                  </a:lnTo>
                  <a:lnTo>
                    <a:pt x="3265" y="4959"/>
                  </a:lnTo>
                  <a:lnTo>
                    <a:pt x="1988" y="3683"/>
                  </a:lnTo>
                  <a:cubicBezTo>
                    <a:pt x="1863" y="3557"/>
                    <a:pt x="1863" y="3348"/>
                    <a:pt x="1988" y="3223"/>
                  </a:cubicBezTo>
                  <a:cubicBezTo>
                    <a:pt x="2040" y="3160"/>
                    <a:pt x="2119" y="3128"/>
                    <a:pt x="2200" y="3128"/>
                  </a:cubicBezTo>
                  <a:cubicBezTo>
                    <a:pt x="2281" y="3128"/>
                    <a:pt x="2365" y="3160"/>
                    <a:pt x="2428" y="3223"/>
                  </a:cubicBezTo>
                  <a:lnTo>
                    <a:pt x="4122" y="4938"/>
                  </a:lnTo>
                  <a:cubicBezTo>
                    <a:pt x="4311" y="5106"/>
                    <a:pt x="4394" y="5336"/>
                    <a:pt x="4394" y="5587"/>
                  </a:cubicBezTo>
                  <a:lnTo>
                    <a:pt x="4394" y="8161"/>
                  </a:lnTo>
                  <a:lnTo>
                    <a:pt x="2511" y="8161"/>
                  </a:lnTo>
                  <a:lnTo>
                    <a:pt x="2511" y="6821"/>
                  </a:lnTo>
                  <a:lnTo>
                    <a:pt x="921" y="4583"/>
                  </a:lnTo>
                  <a:lnTo>
                    <a:pt x="900" y="4562"/>
                  </a:lnTo>
                  <a:cubicBezTo>
                    <a:pt x="733" y="4394"/>
                    <a:pt x="628" y="4143"/>
                    <a:pt x="628" y="3892"/>
                  </a:cubicBezTo>
                  <a:lnTo>
                    <a:pt x="628" y="942"/>
                  </a:lnTo>
                  <a:cubicBezTo>
                    <a:pt x="628" y="775"/>
                    <a:pt x="775" y="628"/>
                    <a:pt x="942" y="628"/>
                  </a:cubicBezTo>
                  <a:close/>
                  <a:moveTo>
                    <a:pt x="942" y="0"/>
                  </a:moveTo>
                  <a:cubicBezTo>
                    <a:pt x="440" y="0"/>
                    <a:pt x="0" y="419"/>
                    <a:pt x="0" y="942"/>
                  </a:cubicBezTo>
                  <a:lnTo>
                    <a:pt x="0" y="3892"/>
                  </a:lnTo>
                  <a:cubicBezTo>
                    <a:pt x="0" y="4311"/>
                    <a:pt x="168" y="4687"/>
                    <a:pt x="440" y="4980"/>
                  </a:cubicBezTo>
                  <a:lnTo>
                    <a:pt x="1884" y="7031"/>
                  </a:lnTo>
                  <a:lnTo>
                    <a:pt x="1884" y="8788"/>
                  </a:lnTo>
                  <a:lnTo>
                    <a:pt x="5022" y="8788"/>
                  </a:lnTo>
                  <a:lnTo>
                    <a:pt x="5022" y="5587"/>
                  </a:lnTo>
                  <a:cubicBezTo>
                    <a:pt x="5022" y="5168"/>
                    <a:pt x="4876" y="4792"/>
                    <a:pt x="4562" y="4478"/>
                  </a:cubicBezTo>
                  <a:lnTo>
                    <a:pt x="2867" y="2783"/>
                  </a:lnTo>
                  <a:cubicBezTo>
                    <a:pt x="2677" y="2593"/>
                    <a:pt x="2436" y="2505"/>
                    <a:pt x="2193" y="2505"/>
                  </a:cubicBezTo>
                  <a:cubicBezTo>
                    <a:pt x="2089" y="2505"/>
                    <a:pt x="1984" y="2522"/>
                    <a:pt x="1884" y="2553"/>
                  </a:cubicBezTo>
                  <a:lnTo>
                    <a:pt x="1884" y="942"/>
                  </a:lnTo>
                  <a:cubicBezTo>
                    <a:pt x="1884" y="419"/>
                    <a:pt x="1465" y="0"/>
                    <a:pt x="9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4"/>
            <p:cNvSpPr/>
            <p:nvPr/>
          </p:nvSpPr>
          <p:spPr>
            <a:xfrm>
              <a:off x="7028616" y="4006268"/>
              <a:ext cx="113998" cy="170924"/>
            </a:xfrm>
            <a:custGeom>
              <a:avLst/>
              <a:gdLst/>
              <a:ahLst/>
              <a:cxnLst/>
              <a:rect l="l" t="t" r="r" b="b"/>
              <a:pathLst>
                <a:path w="3140" h="4708" extrusionOk="0">
                  <a:moveTo>
                    <a:pt x="1549" y="1255"/>
                  </a:moveTo>
                  <a:lnTo>
                    <a:pt x="2365" y="2657"/>
                  </a:lnTo>
                  <a:cubicBezTo>
                    <a:pt x="2449" y="2804"/>
                    <a:pt x="2490" y="2971"/>
                    <a:pt x="2490" y="3139"/>
                  </a:cubicBezTo>
                  <a:cubicBezTo>
                    <a:pt x="2511" y="3662"/>
                    <a:pt x="2072" y="4080"/>
                    <a:pt x="1549" y="4080"/>
                  </a:cubicBezTo>
                  <a:cubicBezTo>
                    <a:pt x="1047" y="4080"/>
                    <a:pt x="607" y="3662"/>
                    <a:pt x="607" y="3139"/>
                  </a:cubicBezTo>
                  <a:cubicBezTo>
                    <a:pt x="607" y="2971"/>
                    <a:pt x="670" y="2804"/>
                    <a:pt x="733" y="2657"/>
                  </a:cubicBezTo>
                  <a:lnTo>
                    <a:pt x="1549" y="1255"/>
                  </a:lnTo>
                  <a:close/>
                  <a:moveTo>
                    <a:pt x="1570" y="0"/>
                  </a:moveTo>
                  <a:lnTo>
                    <a:pt x="210" y="2344"/>
                  </a:lnTo>
                  <a:cubicBezTo>
                    <a:pt x="63" y="2595"/>
                    <a:pt x="1" y="2867"/>
                    <a:pt x="1" y="3139"/>
                  </a:cubicBezTo>
                  <a:cubicBezTo>
                    <a:pt x="1" y="3996"/>
                    <a:pt x="691" y="4708"/>
                    <a:pt x="1570" y="4708"/>
                  </a:cubicBezTo>
                  <a:cubicBezTo>
                    <a:pt x="2428" y="4708"/>
                    <a:pt x="3139" y="3996"/>
                    <a:pt x="3139" y="3139"/>
                  </a:cubicBezTo>
                  <a:cubicBezTo>
                    <a:pt x="3139" y="2867"/>
                    <a:pt x="3055" y="2595"/>
                    <a:pt x="2930" y="2344"/>
                  </a:cubicBezTo>
                  <a:lnTo>
                    <a:pt x="15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0" name="Google Shape;830;p44"/>
          <p:cNvGrpSpPr/>
          <p:nvPr/>
        </p:nvGrpSpPr>
        <p:grpSpPr>
          <a:xfrm>
            <a:off x="6991254" y="2319779"/>
            <a:ext cx="505082" cy="503930"/>
            <a:chOff x="3305558" y="2197502"/>
            <a:chExt cx="431768" cy="430783"/>
          </a:xfrm>
        </p:grpSpPr>
        <p:sp>
          <p:nvSpPr>
            <p:cNvPr id="831" name="Google Shape;831;p44"/>
            <p:cNvSpPr/>
            <p:nvPr/>
          </p:nvSpPr>
          <p:spPr>
            <a:xfrm>
              <a:off x="3305558" y="2239313"/>
              <a:ext cx="389734" cy="388972"/>
            </a:xfrm>
            <a:custGeom>
              <a:avLst/>
              <a:gdLst/>
              <a:ahLst/>
              <a:cxnLst/>
              <a:rect l="l" t="t" r="r" b="b"/>
              <a:pathLst>
                <a:path w="10735" h="10714" extrusionOk="0">
                  <a:moveTo>
                    <a:pt x="5357" y="1"/>
                  </a:moveTo>
                  <a:cubicBezTo>
                    <a:pt x="3934" y="1"/>
                    <a:pt x="2595" y="545"/>
                    <a:pt x="1570" y="1570"/>
                  </a:cubicBezTo>
                  <a:cubicBezTo>
                    <a:pt x="566" y="2574"/>
                    <a:pt x="1" y="3934"/>
                    <a:pt x="1" y="5357"/>
                  </a:cubicBezTo>
                  <a:cubicBezTo>
                    <a:pt x="1" y="6780"/>
                    <a:pt x="566" y="8119"/>
                    <a:pt x="1570" y="9144"/>
                  </a:cubicBezTo>
                  <a:cubicBezTo>
                    <a:pt x="2595" y="10149"/>
                    <a:pt x="3934" y="10714"/>
                    <a:pt x="5357" y="10714"/>
                  </a:cubicBezTo>
                  <a:cubicBezTo>
                    <a:pt x="6780" y="10714"/>
                    <a:pt x="8140" y="10149"/>
                    <a:pt x="9144" y="9144"/>
                  </a:cubicBezTo>
                  <a:cubicBezTo>
                    <a:pt x="10170" y="8119"/>
                    <a:pt x="10735" y="6780"/>
                    <a:pt x="10735" y="5357"/>
                  </a:cubicBezTo>
                  <a:cubicBezTo>
                    <a:pt x="10735" y="3934"/>
                    <a:pt x="10170" y="2574"/>
                    <a:pt x="9144" y="1570"/>
                  </a:cubicBezTo>
                  <a:cubicBezTo>
                    <a:pt x="8140" y="545"/>
                    <a:pt x="6780" y="1"/>
                    <a:pt x="5357" y="1"/>
                  </a:cubicBezTo>
                  <a:close/>
                </a:path>
              </a:pathLst>
            </a:custGeom>
            <a:solidFill>
              <a:srgbClr val="B209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4"/>
            <p:cNvSpPr/>
            <p:nvPr/>
          </p:nvSpPr>
          <p:spPr>
            <a:xfrm>
              <a:off x="3452100" y="2209450"/>
              <a:ext cx="276225" cy="355400"/>
            </a:xfrm>
            <a:custGeom>
              <a:avLst/>
              <a:gdLst/>
              <a:ahLst/>
              <a:cxnLst/>
              <a:rect l="l" t="t" r="r" b="b"/>
              <a:pathLst>
                <a:path w="11049" h="14216" extrusionOk="0">
                  <a:moveTo>
                    <a:pt x="0" y="3048"/>
                  </a:moveTo>
                  <a:lnTo>
                    <a:pt x="2048" y="0"/>
                  </a:lnTo>
                  <a:lnTo>
                    <a:pt x="4953" y="190"/>
                  </a:lnTo>
                  <a:lnTo>
                    <a:pt x="7382" y="857"/>
                  </a:lnTo>
                  <a:lnTo>
                    <a:pt x="9763" y="3214"/>
                  </a:lnTo>
                  <a:lnTo>
                    <a:pt x="10835" y="5810"/>
                  </a:lnTo>
                  <a:lnTo>
                    <a:pt x="11049" y="8382"/>
                  </a:lnTo>
                  <a:lnTo>
                    <a:pt x="10620" y="10049"/>
                  </a:lnTo>
                  <a:lnTo>
                    <a:pt x="8811" y="12430"/>
                  </a:lnTo>
                  <a:lnTo>
                    <a:pt x="6334" y="14216"/>
                  </a:lnTo>
                  <a:lnTo>
                    <a:pt x="5905" y="13859"/>
                  </a:lnTo>
                  <a:lnTo>
                    <a:pt x="7620" y="11239"/>
                  </a:lnTo>
                  <a:lnTo>
                    <a:pt x="3643" y="12001"/>
                  </a:lnTo>
                  <a:lnTo>
                    <a:pt x="3596" y="10168"/>
                  </a:lnTo>
                  <a:lnTo>
                    <a:pt x="1810" y="8882"/>
                  </a:lnTo>
                  <a:lnTo>
                    <a:pt x="2119" y="7143"/>
                  </a:lnTo>
                  <a:lnTo>
                    <a:pt x="3596" y="4429"/>
                  </a:lnTo>
                  <a:lnTo>
                    <a:pt x="3500" y="27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833" name="Google Shape;833;p44"/>
            <p:cNvSpPr/>
            <p:nvPr/>
          </p:nvSpPr>
          <p:spPr>
            <a:xfrm>
              <a:off x="3348354" y="2197502"/>
              <a:ext cx="388972" cy="389734"/>
            </a:xfrm>
            <a:custGeom>
              <a:avLst/>
              <a:gdLst/>
              <a:ahLst/>
              <a:cxnLst/>
              <a:rect l="l" t="t" r="r" b="b"/>
              <a:pathLst>
                <a:path w="10714" h="10735" extrusionOk="0">
                  <a:moveTo>
                    <a:pt x="5043" y="670"/>
                  </a:moveTo>
                  <a:lnTo>
                    <a:pt x="5043" y="1926"/>
                  </a:lnTo>
                  <a:cubicBezTo>
                    <a:pt x="4436" y="1947"/>
                    <a:pt x="3829" y="2031"/>
                    <a:pt x="3285" y="2177"/>
                  </a:cubicBezTo>
                  <a:cubicBezTo>
                    <a:pt x="3327" y="2114"/>
                    <a:pt x="3369" y="2031"/>
                    <a:pt x="3411" y="1968"/>
                  </a:cubicBezTo>
                  <a:cubicBezTo>
                    <a:pt x="3850" y="1235"/>
                    <a:pt x="4436" y="775"/>
                    <a:pt x="5043" y="670"/>
                  </a:cubicBezTo>
                  <a:close/>
                  <a:moveTo>
                    <a:pt x="5671" y="670"/>
                  </a:moveTo>
                  <a:cubicBezTo>
                    <a:pt x="6278" y="775"/>
                    <a:pt x="6863" y="1235"/>
                    <a:pt x="7303" y="1968"/>
                  </a:cubicBezTo>
                  <a:cubicBezTo>
                    <a:pt x="7345" y="2051"/>
                    <a:pt x="7386" y="2114"/>
                    <a:pt x="7428" y="2177"/>
                  </a:cubicBezTo>
                  <a:cubicBezTo>
                    <a:pt x="6884" y="2031"/>
                    <a:pt x="6278" y="1947"/>
                    <a:pt x="5671" y="1926"/>
                  </a:cubicBezTo>
                  <a:lnTo>
                    <a:pt x="5671" y="670"/>
                  </a:lnTo>
                  <a:close/>
                  <a:moveTo>
                    <a:pt x="7491" y="1152"/>
                  </a:moveTo>
                  <a:cubicBezTo>
                    <a:pt x="8391" y="1591"/>
                    <a:pt x="9123" y="2323"/>
                    <a:pt x="9583" y="3223"/>
                  </a:cubicBezTo>
                  <a:cubicBezTo>
                    <a:pt x="9437" y="3098"/>
                    <a:pt x="9270" y="2993"/>
                    <a:pt x="9081" y="2888"/>
                  </a:cubicBezTo>
                  <a:cubicBezTo>
                    <a:pt x="8830" y="2721"/>
                    <a:pt x="8558" y="2575"/>
                    <a:pt x="8265" y="2470"/>
                  </a:cubicBezTo>
                  <a:cubicBezTo>
                    <a:pt x="8140" y="2177"/>
                    <a:pt x="7993" y="1884"/>
                    <a:pt x="7847" y="1633"/>
                  </a:cubicBezTo>
                  <a:cubicBezTo>
                    <a:pt x="7742" y="1466"/>
                    <a:pt x="7617" y="1298"/>
                    <a:pt x="7491" y="1152"/>
                  </a:cubicBezTo>
                  <a:close/>
                  <a:moveTo>
                    <a:pt x="3223" y="1152"/>
                  </a:moveTo>
                  <a:lnTo>
                    <a:pt x="3223" y="1152"/>
                  </a:lnTo>
                  <a:cubicBezTo>
                    <a:pt x="3097" y="1298"/>
                    <a:pt x="2972" y="1466"/>
                    <a:pt x="2867" y="1633"/>
                  </a:cubicBezTo>
                  <a:cubicBezTo>
                    <a:pt x="2700" y="1884"/>
                    <a:pt x="2574" y="2177"/>
                    <a:pt x="2448" y="2470"/>
                  </a:cubicBezTo>
                  <a:cubicBezTo>
                    <a:pt x="2156" y="2575"/>
                    <a:pt x="1884" y="2721"/>
                    <a:pt x="1632" y="2888"/>
                  </a:cubicBezTo>
                  <a:cubicBezTo>
                    <a:pt x="1444" y="2993"/>
                    <a:pt x="1277" y="3119"/>
                    <a:pt x="1130" y="3244"/>
                  </a:cubicBezTo>
                  <a:cubicBezTo>
                    <a:pt x="1591" y="2323"/>
                    <a:pt x="2323" y="1591"/>
                    <a:pt x="3223" y="1152"/>
                  </a:cubicBezTo>
                  <a:close/>
                  <a:moveTo>
                    <a:pt x="2176" y="3286"/>
                  </a:moveTo>
                  <a:lnTo>
                    <a:pt x="2176" y="3286"/>
                  </a:lnTo>
                  <a:cubicBezTo>
                    <a:pt x="2009" y="3851"/>
                    <a:pt x="1925" y="4437"/>
                    <a:pt x="1904" y="5064"/>
                  </a:cubicBezTo>
                  <a:lnTo>
                    <a:pt x="649" y="5064"/>
                  </a:lnTo>
                  <a:cubicBezTo>
                    <a:pt x="775" y="4437"/>
                    <a:pt x="1214" y="3872"/>
                    <a:pt x="1946" y="3411"/>
                  </a:cubicBezTo>
                  <a:cubicBezTo>
                    <a:pt x="2030" y="3370"/>
                    <a:pt x="2093" y="3328"/>
                    <a:pt x="2176" y="3286"/>
                  </a:cubicBezTo>
                  <a:close/>
                  <a:moveTo>
                    <a:pt x="5043" y="2554"/>
                  </a:moveTo>
                  <a:lnTo>
                    <a:pt x="5043" y="3391"/>
                  </a:lnTo>
                  <a:lnTo>
                    <a:pt x="4081" y="5064"/>
                  </a:lnTo>
                  <a:lnTo>
                    <a:pt x="2532" y="5064"/>
                  </a:lnTo>
                  <a:cubicBezTo>
                    <a:pt x="2574" y="4311"/>
                    <a:pt x="2700" y="3579"/>
                    <a:pt x="2930" y="2951"/>
                  </a:cubicBezTo>
                  <a:cubicBezTo>
                    <a:pt x="3578" y="2721"/>
                    <a:pt x="4290" y="2575"/>
                    <a:pt x="5043" y="2554"/>
                  </a:cubicBezTo>
                  <a:close/>
                  <a:moveTo>
                    <a:pt x="5671" y="2554"/>
                  </a:moveTo>
                  <a:cubicBezTo>
                    <a:pt x="6424" y="2575"/>
                    <a:pt x="7135" y="2721"/>
                    <a:pt x="7784" y="2951"/>
                  </a:cubicBezTo>
                  <a:cubicBezTo>
                    <a:pt x="8014" y="3579"/>
                    <a:pt x="8140" y="4311"/>
                    <a:pt x="8182" y="5064"/>
                  </a:cubicBezTo>
                  <a:lnTo>
                    <a:pt x="6633" y="5064"/>
                  </a:lnTo>
                  <a:lnTo>
                    <a:pt x="5671" y="3391"/>
                  </a:lnTo>
                  <a:lnTo>
                    <a:pt x="5671" y="2554"/>
                  </a:lnTo>
                  <a:close/>
                  <a:moveTo>
                    <a:pt x="8537" y="3286"/>
                  </a:moveTo>
                  <a:cubicBezTo>
                    <a:pt x="8621" y="3328"/>
                    <a:pt x="8684" y="3370"/>
                    <a:pt x="8746" y="3411"/>
                  </a:cubicBezTo>
                  <a:cubicBezTo>
                    <a:pt x="9479" y="3872"/>
                    <a:pt x="9939" y="4437"/>
                    <a:pt x="10065" y="5064"/>
                  </a:cubicBezTo>
                  <a:lnTo>
                    <a:pt x="8809" y="5064"/>
                  </a:lnTo>
                  <a:cubicBezTo>
                    <a:pt x="8788" y="4437"/>
                    <a:pt x="8684" y="3851"/>
                    <a:pt x="8537" y="3286"/>
                  </a:cubicBezTo>
                  <a:close/>
                  <a:moveTo>
                    <a:pt x="5357" y="4102"/>
                  </a:moveTo>
                  <a:lnTo>
                    <a:pt x="6173" y="5525"/>
                  </a:lnTo>
                  <a:cubicBezTo>
                    <a:pt x="6257" y="5671"/>
                    <a:pt x="6298" y="5839"/>
                    <a:pt x="6298" y="6006"/>
                  </a:cubicBezTo>
                  <a:cubicBezTo>
                    <a:pt x="6298" y="6508"/>
                    <a:pt x="5880" y="6948"/>
                    <a:pt x="5357" y="6948"/>
                  </a:cubicBezTo>
                  <a:cubicBezTo>
                    <a:pt x="4834" y="6948"/>
                    <a:pt x="4415" y="6508"/>
                    <a:pt x="4415" y="6006"/>
                  </a:cubicBezTo>
                  <a:cubicBezTo>
                    <a:pt x="4415" y="5839"/>
                    <a:pt x="4457" y="5671"/>
                    <a:pt x="4541" y="5525"/>
                  </a:cubicBezTo>
                  <a:lnTo>
                    <a:pt x="5357" y="4102"/>
                  </a:lnTo>
                  <a:close/>
                  <a:moveTo>
                    <a:pt x="1904" y="5692"/>
                  </a:moveTo>
                  <a:cubicBezTo>
                    <a:pt x="1925" y="6299"/>
                    <a:pt x="2009" y="6885"/>
                    <a:pt x="2176" y="7450"/>
                  </a:cubicBezTo>
                  <a:cubicBezTo>
                    <a:pt x="2093" y="7408"/>
                    <a:pt x="2030" y="7366"/>
                    <a:pt x="1946" y="7324"/>
                  </a:cubicBezTo>
                  <a:cubicBezTo>
                    <a:pt x="1214" y="6864"/>
                    <a:pt x="775" y="6299"/>
                    <a:pt x="649" y="5692"/>
                  </a:cubicBezTo>
                  <a:close/>
                  <a:moveTo>
                    <a:pt x="10065" y="5671"/>
                  </a:moveTo>
                  <a:cubicBezTo>
                    <a:pt x="9939" y="6278"/>
                    <a:pt x="9479" y="6864"/>
                    <a:pt x="8746" y="7324"/>
                  </a:cubicBezTo>
                  <a:cubicBezTo>
                    <a:pt x="8684" y="7366"/>
                    <a:pt x="8621" y="7408"/>
                    <a:pt x="8537" y="7450"/>
                  </a:cubicBezTo>
                  <a:cubicBezTo>
                    <a:pt x="8705" y="6885"/>
                    <a:pt x="8788" y="6299"/>
                    <a:pt x="8809" y="5671"/>
                  </a:cubicBezTo>
                  <a:close/>
                  <a:moveTo>
                    <a:pt x="3809" y="5671"/>
                  </a:moveTo>
                  <a:cubicBezTo>
                    <a:pt x="3788" y="5776"/>
                    <a:pt x="3788" y="5880"/>
                    <a:pt x="3788" y="5985"/>
                  </a:cubicBezTo>
                  <a:cubicBezTo>
                    <a:pt x="3788" y="6759"/>
                    <a:pt x="4332" y="7387"/>
                    <a:pt x="5043" y="7533"/>
                  </a:cubicBezTo>
                  <a:lnTo>
                    <a:pt x="5043" y="8182"/>
                  </a:lnTo>
                  <a:cubicBezTo>
                    <a:pt x="4290" y="8161"/>
                    <a:pt x="3578" y="8015"/>
                    <a:pt x="2930" y="7785"/>
                  </a:cubicBezTo>
                  <a:cubicBezTo>
                    <a:pt x="2700" y="7157"/>
                    <a:pt x="2574" y="6424"/>
                    <a:pt x="2532" y="5671"/>
                  </a:cubicBezTo>
                  <a:close/>
                  <a:moveTo>
                    <a:pt x="8182" y="5671"/>
                  </a:moveTo>
                  <a:cubicBezTo>
                    <a:pt x="8140" y="6424"/>
                    <a:pt x="8014" y="7157"/>
                    <a:pt x="7784" y="7785"/>
                  </a:cubicBezTo>
                  <a:cubicBezTo>
                    <a:pt x="7135" y="8015"/>
                    <a:pt x="6424" y="8161"/>
                    <a:pt x="5671" y="8182"/>
                  </a:cubicBezTo>
                  <a:lnTo>
                    <a:pt x="5671" y="7533"/>
                  </a:lnTo>
                  <a:cubicBezTo>
                    <a:pt x="6382" y="7387"/>
                    <a:pt x="6926" y="6759"/>
                    <a:pt x="6926" y="6006"/>
                  </a:cubicBezTo>
                  <a:cubicBezTo>
                    <a:pt x="6926" y="5880"/>
                    <a:pt x="6926" y="5776"/>
                    <a:pt x="6905" y="5671"/>
                  </a:cubicBezTo>
                  <a:close/>
                  <a:moveTo>
                    <a:pt x="1130" y="7513"/>
                  </a:moveTo>
                  <a:cubicBezTo>
                    <a:pt x="1277" y="7638"/>
                    <a:pt x="1444" y="7743"/>
                    <a:pt x="1632" y="7847"/>
                  </a:cubicBezTo>
                  <a:cubicBezTo>
                    <a:pt x="1884" y="8015"/>
                    <a:pt x="2156" y="8161"/>
                    <a:pt x="2448" y="8266"/>
                  </a:cubicBezTo>
                  <a:cubicBezTo>
                    <a:pt x="2574" y="8559"/>
                    <a:pt x="2720" y="8852"/>
                    <a:pt x="2867" y="9103"/>
                  </a:cubicBezTo>
                  <a:cubicBezTo>
                    <a:pt x="2972" y="9270"/>
                    <a:pt x="3097" y="9437"/>
                    <a:pt x="3223" y="9584"/>
                  </a:cubicBezTo>
                  <a:cubicBezTo>
                    <a:pt x="2323" y="9145"/>
                    <a:pt x="1591" y="8412"/>
                    <a:pt x="1130" y="7513"/>
                  </a:cubicBezTo>
                  <a:close/>
                  <a:moveTo>
                    <a:pt x="9583" y="7513"/>
                  </a:moveTo>
                  <a:cubicBezTo>
                    <a:pt x="9123" y="8412"/>
                    <a:pt x="8391" y="9145"/>
                    <a:pt x="7491" y="9584"/>
                  </a:cubicBezTo>
                  <a:cubicBezTo>
                    <a:pt x="7617" y="9437"/>
                    <a:pt x="7742" y="9270"/>
                    <a:pt x="7847" y="9103"/>
                  </a:cubicBezTo>
                  <a:cubicBezTo>
                    <a:pt x="8014" y="8852"/>
                    <a:pt x="8140" y="8559"/>
                    <a:pt x="8265" y="8266"/>
                  </a:cubicBezTo>
                  <a:cubicBezTo>
                    <a:pt x="8558" y="8161"/>
                    <a:pt x="8830" y="8015"/>
                    <a:pt x="9081" y="7847"/>
                  </a:cubicBezTo>
                  <a:cubicBezTo>
                    <a:pt x="9270" y="7743"/>
                    <a:pt x="9437" y="7638"/>
                    <a:pt x="9583" y="7513"/>
                  </a:cubicBezTo>
                  <a:close/>
                  <a:moveTo>
                    <a:pt x="3285" y="8559"/>
                  </a:moveTo>
                  <a:lnTo>
                    <a:pt x="3285" y="8559"/>
                  </a:lnTo>
                  <a:cubicBezTo>
                    <a:pt x="3829" y="8705"/>
                    <a:pt x="4436" y="8789"/>
                    <a:pt x="5043" y="8810"/>
                  </a:cubicBezTo>
                  <a:lnTo>
                    <a:pt x="5043" y="10065"/>
                  </a:lnTo>
                  <a:cubicBezTo>
                    <a:pt x="4436" y="9961"/>
                    <a:pt x="3850" y="9500"/>
                    <a:pt x="3411" y="8768"/>
                  </a:cubicBezTo>
                  <a:cubicBezTo>
                    <a:pt x="3369" y="8705"/>
                    <a:pt x="3327" y="8621"/>
                    <a:pt x="3285" y="8559"/>
                  </a:cubicBezTo>
                  <a:close/>
                  <a:moveTo>
                    <a:pt x="7428" y="8559"/>
                  </a:moveTo>
                  <a:cubicBezTo>
                    <a:pt x="7386" y="8621"/>
                    <a:pt x="7345" y="8705"/>
                    <a:pt x="7303" y="8768"/>
                  </a:cubicBezTo>
                  <a:cubicBezTo>
                    <a:pt x="6863" y="9500"/>
                    <a:pt x="6278" y="9961"/>
                    <a:pt x="5671" y="10065"/>
                  </a:cubicBezTo>
                  <a:lnTo>
                    <a:pt x="5671" y="8810"/>
                  </a:lnTo>
                  <a:cubicBezTo>
                    <a:pt x="6278" y="8789"/>
                    <a:pt x="6884" y="8705"/>
                    <a:pt x="7428" y="8559"/>
                  </a:cubicBezTo>
                  <a:close/>
                  <a:moveTo>
                    <a:pt x="5357" y="1"/>
                  </a:moveTo>
                  <a:cubicBezTo>
                    <a:pt x="3934" y="1"/>
                    <a:pt x="2574" y="566"/>
                    <a:pt x="1570" y="1591"/>
                  </a:cubicBezTo>
                  <a:cubicBezTo>
                    <a:pt x="544" y="2595"/>
                    <a:pt x="0" y="3935"/>
                    <a:pt x="0" y="5378"/>
                  </a:cubicBezTo>
                  <a:cubicBezTo>
                    <a:pt x="0" y="6801"/>
                    <a:pt x="544" y="8140"/>
                    <a:pt x="1570" y="9165"/>
                  </a:cubicBezTo>
                  <a:cubicBezTo>
                    <a:pt x="2574" y="10170"/>
                    <a:pt x="3934" y="10735"/>
                    <a:pt x="5357" y="10735"/>
                  </a:cubicBezTo>
                  <a:cubicBezTo>
                    <a:pt x="6780" y="10735"/>
                    <a:pt x="8119" y="10170"/>
                    <a:pt x="9144" y="9165"/>
                  </a:cubicBezTo>
                  <a:cubicBezTo>
                    <a:pt x="10148" y="8140"/>
                    <a:pt x="10713" y="6801"/>
                    <a:pt x="10713" y="5378"/>
                  </a:cubicBezTo>
                  <a:cubicBezTo>
                    <a:pt x="10713" y="3935"/>
                    <a:pt x="10148" y="2595"/>
                    <a:pt x="9144" y="1591"/>
                  </a:cubicBezTo>
                  <a:cubicBezTo>
                    <a:pt x="8119" y="566"/>
                    <a:pt x="6780" y="1"/>
                    <a:pt x="53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4" name="Google Shape;834;p44"/>
          <p:cNvGrpSpPr/>
          <p:nvPr/>
        </p:nvGrpSpPr>
        <p:grpSpPr>
          <a:xfrm>
            <a:off x="1684142" y="2320557"/>
            <a:ext cx="449831" cy="502135"/>
            <a:chOff x="4768650" y="2781702"/>
            <a:chExt cx="389734" cy="435050"/>
          </a:xfrm>
        </p:grpSpPr>
        <p:grpSp>
          <p:nvGrpSpPr>
            <p:cNvPr id="835" name="Google Shape;835;p44"/>
            <p:cNvGrpSpPr/>
            <p:nvPr/>
          </p:nvGrpSpPr>
          <p:grpSpPr>
            <a:xfrm>
              <a:off x="4778589" y="2891447"/>
              <a:ext cx="288699" cy="325305"/>
              <a:chOff x="5003991" y="2903665"/>
              <a:chExt cx="251502" cy="283416"/>
            </a:xfrm>
          </p:grpSpPr>
          <p:sp>
            <p:nvSpPr>
              <p:cNvPr id="836" name="Google Shape;836;p44"/>
              <p:cNvSpPr/>
              <p:nvPr/>
            </p:nvSpPr>
            <p:spPr>
              <a:xfrm>
                <a:off x="5003991" y="2903665"/>
                <a:ext cx="251502" cy="283416"/>
              </a:xfrm>
              <a:custGeom>
                <a:avLst/>
                <a:gdLst/>
                <a:ahLst/>
                <a:cxnLst/>
                <a:rect l="l" t="t" r="r" b="b"/>
                <a:pathLst>
                  <a:path w="6927" h="7806" extrusionOk="0">
                    <a:moveTo>
                      <a:pt x="3453" y="1821"/>
                    </a:moveTo>
                    <a:lnTo>
                      <a:pt x="4813" y="4165"/>
                    </a:lnTo>
                    <a:cubicBezTo>
                      <a:pt x="4959" y="4395"/>
                      <a:pt x="5022" y="4667"/>
                      <a:pt x="5022" y="4960"/>
                    </a:cubicBezTo>
                    <a:cubicBezTo>
                      <a:pt x="5022" y="5818"/>
                      <a:pt x="4332" y="6529"/>
                      <a:pt x="3453" y="6529"/>
                    </a:cubicBezTo>
                    <a:cubicBezTo>
                      <a:pt x="2595" y="6529"/>
                      <a:pt x="1884" y="5818"/>
                      <a:pt x="1884" y="4960"/>
                    </a:cubicBezTo>
                    <a:cubicBezTo>
                      <a:pt x="1884" y="4667"/>
                      <a:pt x="1967" y="4395"/>
                      <a:pt x="2093" y="4165"/>
                    </a:cubicBezTo>
                    <a:lnTo>
                      <a:pt x="3453" y="1821"/>
                    </a:lnTo>
                    <a:close/>
                    <a:moveTo>
                      <a:pt x="3474" y="1"/>
                    </a:moveTo>
                    <a:lnTo>
                      <a:pt x="1" y="3453"/>
                    </a:lnTo>
                    <a:lnTo>
                      <a:pt x="1" y="7805"/>
                    </a:lnTo>
                    <a:lnTo>
                      <a:pt x="6926" y="7805"/>
                    </a:lnTo>
                    <a:lnTo>
                      <a:pt x="6926" y="3453"/>
                    </a:lnTo>
                    <a:lnTo>
                      <a:pt x="3474" y="1"/>
                    </a:ln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44"/>
              <p:cNvSpPr/>
              <p:nvPr/>
            </p:nvSpPr>
            <p:spPr>
              <a:xfrm>
                <a:off x="5032525" y="2936075"/>
                <a:ext cx="209550" cy="231000"/>
              </a:xfrm>
              <a:custGeom>
                <a:avLst/>
                <a:gdLst/>
                <a:ahLst/>
                <a:cxnLst/>
                <a:rect l="l" t="t" r="r" b="b"/>
                <a:pathLst>
                  <a:path w="8382" h="9240" extrusionOk="0">
                    <a:moveTo>
                      <a:pt x="4191" y="0"/>
                    </a:moveTo>
                    <a:lnTo>
                      <a:pt x="0" y="4668"/>
                    </a:lnTo>
                    <a:lnTo>
                      <a:pt x="667" y="9144"/>
                    </a:lnTo>
                    <a:lnTo>
                      <a:pt x="5049" y="9240"/>
                    </a:lnTo>
                    <a:lnTo>
                      <a:pt x="8382" y="5906"/>
                    </a:lnTo>
                    <a:lnTo>
                      <a:pt x="6573" y="295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</p:grpSp>
        <p:sp>
          <p:nvSpPr>
            <p:cNvPr id="838" name="Google Shape;838;p44"/>
            <p:cNvSpPr/>
            <p:nvPr/>
          </p:nvSpPr>
          <p:spPr>
            <a:xfrm>
              <a:off x="4921163" y="2958199"/>
              <a:ext cx="88656" cy="132902"/>
            </a:xfrm>
            <a:custGeom>
              <a:avLst/>
              <a:gdLst/>
              <a:ahLst/>
              <a:cxnLst/>
              <a:rect l="l" t="t" r="r" b="b"/>
              <a:pathLst>
                <a:path w="1884" h="2825" extrusionOk="0">
                  <a:moveTo>
                    <a:pt x="942" y="0"/>
                  </a:moveTo>
                  <a:lnTo>
                    <a:pt x="126" y="1423"/>
                  </a:lnTo>
                  <a:cubicBezTo>
                    <a:pt x="42" y="1570"/>
                    <a:pt x="0" y="1716"/>
                    <a:pt x="0" y="1883"/>
                  </a:cubicBezTo>
                  <a:cubicBezTo>
                    <a:pt x="0" y="2407"/>
                    <a:pt x="440" y="2825"/>
                    <a:pt x="942" y="2825"/>
                  </a:cubicBezTo>
                  <a:cubicBezTo>
                    <a:pt x="1465" y="2825"/>
                    <a:pt x="1884" y="2407"/>
                    <a:pt x="1884" y="1883"/>
                  </a:cubicBezTo>
                  <a:cubicBezTo>
                    <a:pt x="1884" y="1716"/>
                    <a:pt x="1842" y="1570"/>
                    <a:pt x="1758" y="1423"/>
                  </a:cubicBezTo>
                  <a:lnTo>
                    <a:pt x="9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4"/>
            <p:cNvSpPr/>
            <p:nvPr/>
          </p:nvSpPr>
          <p:spPr>
            <a:xfrm>
              <a:off x="4768650" y="2781702"/>
              <a:ext cx="389734" cy="388972"/>
            </a:xfrm>
            <a:custGeom>
              <a:avLst/>
              <a:gdLst/>
              <a:ahLst/>
              <a:cxnLst/>
              <a:rect l="l" t="t" r="r" b="b"/>
              <a:pathLst>
                <a:path w="10735" h="10714" extrusionOk="0">
                  <a:moveTo>
                    <a:pt x="5503" y="628"/>
                  </a:moveTo>
                  <a:lnTo>
                    <a:pt x="9855" y="5043"/>
                  </a:lnTo>
                  <a:lnTo>
                    <a:pt x="9437" y="5482"/>
                  </a:lnTo>
                  <a:lnTo>
                    <a:pt x="5357" y="1402"/>
                  </a:lnTo>
                  <a:lnTo>
                    <a:pt x="1298" y="5482"/>
                  </a:lnTo>
                  <a:lnTo>
                    <a:pt x="879" y="5043"/>
                  </a:lnTo>
                  <a:lnTo>
                    <a:pt x="5231" y="628"/>
                  </a:lnTo>
                  <a:close/>
                  <a:moveTo>
                    <a:pt x="5357" y="2302"/>
                  </a:moveTo>
                  <a:lnTo>
                    <a:pt x="8809" y="5754"/>
                  </a:lnTo>
                  <a:lnTo>
                    <a:pt x="8809" y="10085"/>
                  </a:lnTo>
                  <a:lnTo>
                    <a:pt x="1905" y="10085"/>
                  </a:lnTo>
                  <a:lnTo>
                    <a:pt x="1905" y="5754"/>
                  </a:lnTo>
                  <a:lnTo>
                    <a:pt x="5357" y="2302"/>
                  </a:lnTo>
                  <a:close/>
                  <a:moveTo>
                    <a:pt x="4980" y="0"/>
                  </a:moveTo>
                  <a:lnTo>
                    <a:pt x="0" y="5043"/>
                  </a:lnTo>
                  <a:lnTo>
                    <a:pt x="1277" y="6382"/>
                  </a:lnTo>
                  <a:lnTo>
                    <a:pt x="1277" y="10713"/>
                  </a:lnTo>
                  <a:lnTo>
                    <a:pt x="9437" y="10713"/>
                  </a:lnTo>
                  <a:lnTo>
                    <a:pt x="9437" y="6382"/>
                  </a:lnTo>
                  <a:lnTo>
                    <a:pt x="9458" y="6382"/>
                  </a:lnTo>
                  <a:lnTo>
                    <a:pt x="10734" y="5043"/>
                  </a:lnTo>
                  <a:lnTo>
                    <a:pt x="57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4"/>
            <p:cNvSpPr/>
            <p:nvPr/>
          </p:nvSpPr>
          <p:spPr>
            <a:xfrm>
              <a:off x="4906141" y="2930593"/>
              <a:ext cx="113998" cy="170960"/>
            </a:xfrm>
            <a:custGeom>
              <a:avLst/>
              <a:gdLst/>
              <a:ahLst/>
              <a:cxnLst/>
              <a:rect l="l" t="t" r="r" b="b"/>
              <a:pathLst>
                <a:path w="3140" h="4709" extrusionOk="0">
                  <a:moveTo>
                    <a:pt x="1570" y="1256"/>
                  </a:moveTo>
                  <a:lnTo>
                    <a:pt x="2386" y="2678"/>
                  </a:lnTo>
                  <a:cubicBezTo>
                    <a:pt x="2470" y="2804"/>
                    <a:pt x="2511" y="2971"/>
                    <a:pt x="2511" y="3139"/>
                  </a:cubicBezTo>
                  <a:cubicBezTo>
                    <a:pt x="2511" y="3662"/>
                    <a:pt x="2093" y="4080"/>
                    <a:pt x="1570" y="4080"/>
                  </a:cubicBezTo>
                  <a:cubicBezTo>
                    <a:pt x="1068" y="4080"/>
                    <a:pt x="628" y="3662"/>
                    <a:pt x="628" y="3139"/>
                  </a:cubicBezTo>
                  <a:cubicBezTo>
                    <a:pt x="628" y="2971"/>
                    <a:pt x="691" y="2825"/>
                    <a:pt x="754" y="2678"/>
                  </a:cubicBezTo>
                  <a:lnTo>
                    <a:pt x="1570" y="1256"/>
                  </a:lnTo>
                  <a:close/>
                  <a:moveTo>
                    <a:pt x="1570" y="0"/>
                  </a:moveTo>
                  <a:lnTo>
                    <a:pt x="210" y="2365"/>
                  </a:lnTo>
                  <a:cubicBezTo>
                    <a:pt x="84" y="2595"/>
                    <a:pt x="1" y="2867"/>
                    <a:pt x="1" y="3139"/>
                  </a:cubicBezTo>
                  <a:cubicBezTo>
                    <a:pt x="1" y="4018"/>
                    <a:pt x="712" y="4708"/>
                    <a:pt x="1570" y="4708"/>
                  </a:cubicBezTo>
                  <a:cubicBezTo>
                    <a:pt x="2449" y="4708"/>
                    <a:pt x="3139" y="4018"/>
                    <a:pt x="3139" y="3139"/>
                  </a:cubicBezTo>
                  <a:cubicBezTo>
                    <a:pt x="3139" y="2867"/>
                    <a:pt x="3076" y="2595"/>
                    <a:pt x="2930" y="2365"/>
                  </a:cubicBezTo>
                  <a:lnTo>
                    <a:pt x="15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7"/>
          <p:cNvSpPr txBox="1">
            <a:spLocks noGrp="1"/>
          </p:cNvSpPr>
          <p:nvPr>
            <p:ph type="title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Implementation</a:t>
            </a:r>
            <a:endParaRPr/>
          </a:p>
        </p:txBody>
      </p:sp>
      <p:sp>
        <p:nvSpPr>
          <p:cNvPr id="887" name="Google Shape;887;p47"/>
          <p:cNvSpPr txBox="1">
            <a:spLocks noGrp="1"/>
          </p:cNvSpPr>
          <p:nvPr>
            <p:ph type="title" idx="4294967295"/>
          </p:nvPr>
        </p:nvSpPr>
        <p:spPr>
          <a:xfrm>
            <a:off x="6453875" y="1461276"/>
            <a:ext cx="1893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3. Search or Request</a:t>
            </a:r>
            <a:endParaRPr sz="2000"/>
          </a:p>
        </p:txBody>
      </p:sp>
      <p:sp>
        <p:nvSpPr>
          <p:cNvPr id="888" name="Google Shape;888;p47"/>
          <p:cNvSpPr txBox="1">
            <a:spLocks noGrp="1"/>
          </p:cNvSpPr>
          <p:nvPr>
            <p:ph type="subTitle" idx="4294967295"/>
          </p:nvPr>
        </p:nvSpPr>
        <p:spPr>
          <a:xfrm>
            <a:off x="6453875" y="1775401"/>
            <a:ext cx="179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Find a donor or submit an urgent request.</a:t>
            </a:r>
            <a:endParaRPr sz="1400"/>
          </a:p>
        </p:txBody>
      </p:sp>
      <p:sp>
        <p:nvSpPr>
          <p:cNvPr id="889" name="Google Shape;889;p47"/>
          <p:cNvSpPr txBox="1">
            <a:spLocks noGrp="1"/>
          </p:cNvSpPr>
          <p:nvPr>
            <p:ph type="title" idx="4294967295"/>
          </p:nvPr>
        </p:nvSpPr>
        <p:spPr>
          <a:xfrm>
            <a:off x="6453875" y="2620797"/>
            <a:ext cx="1893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4. Connect &amp; Donate</a:t>
            </a:r>
            <a:endParaRPr sz="2000"/>
          </a:p>
        </p:txBody>
      </p:sp>
      <p:sp>
        <p:nvSpPr>
          <p:cNvPr id="890" name="Google Shape;890;p47"/>
          <p:cNvSpPr txBox="1">
            <a:spLocks noGrp="1"/>
          </p:cNvSpPr>
          <p:nvPr>
            <p:ph type="subTitle" idx="4294967295"/>
          </p:nvPr>
        </p:nvSpPr>
        <p:spPr>
          <a:xfrm>
            <a:off x="6453875" y="2934922"/>
            <a:ext cx="179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Contact the donor directly and arrange donation.</a:t>
            </a:r>
            <a:endParaRPr sz="1400"/>
          </a:p>
        </p:txBody>
      </p:sp>
      <p:sp>
        <p:nvSpPr>
          <p:cNvPr id="891" name="Google Shape;891;p47"/>
          <p:cNvSpPr txBox="1">
            <a:spLocks noGrp="1"/>
          </p:cNvSpPr>
          <p:nvPr>
            <p:ph type="title" idx="4294967295"/>
          </p:nvPr>
        </p:nvSpPr>
        <p:spPr>
          <a:xfrm>
            <a:off x="796275" y="2317900"/>
            <a:ext cx="1893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1. Sign Up</a:t>
            </a:r>
            <a:endParaRPr sz="2000"/>
          </a:p>
        </p:txBody>
      </p:sp>
      <p:sp>
        <p:nvSpPr>
          <p:cNvPr id="892" name="Google Shape;892;p47"/>
          <p:cNvSpPr txBox="1">
            <a:spLocks noGrp="1"/>
          </p:cNvSpPr>
          <p:nvPr>
            <p:ph type="subTitle" idx="4294967295"/>
          </p:nvPr>
        </p:nvSpPr>
        <p:spPr>
          <a:xfrm>
            <a:off x="892575" y="2632029"/>
            <a:ext cx="179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Create an account and accept the terms.</a:t>
            </a:r>
            <a:endParaRPr sz="1400"/>
          </a:p>
        </p:txBody>
      </p:sp>
      <p:sp>
        <p:nvSpPr>
          <p:cNvPr id="893" name="Google Shape;893;p47"/>
          <p:cNvSpPr txBox="1">
            <a:spLocks noGrp="1"/>
          </p:cNvSpPr>
          <p:nvPr>
            <p:ph type="title" idx="4294967295"/>
          </p:nvPr>
        </p:nvSpPr>
        <p:spPr>
          <a:xfrm>
            <a:off x="796275" y="3615020"/>
            <a:ext cx="1893900" cy="45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2. Register Donor</a:t>
            </a:r>
            <a:endParaRPr sz="2000"/>
          </a:p>
        </p:txBody>
      </p:sp>
      <p:sp>
        <p:nvSpPr>
          <p:cNvPr id="894" name="Google Shape;894;p47"/>
          <p:cNvSpPr txBox="1">
            <a:spLocks noGrp="1"/>
          </p:cNvSpPr>
          <p:nvPr>
            <p:ph type="subTitle" idx="4294967295"/>
          </p:nvPr>
        </p:nvSpPr>
        <p:spPr>
          <a:xfrm>
            <a:off x="892575" y="3929149"/>
            <a:ext cx="179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Add your details, blood group and location.</a:t>
            </a:r>
            <a:endParaRPr sz="1400"/>
          </a:p>
        </p:txBody>
      </p:sp>
      <p:cxnSp>
        <p:nvCxnSpPr>
          <p:cNvPr id="895" name="Google Shape;895;p47"/>
          <p:cNvCxnSpPr/>
          <p:nvPr/>
        </p:nvCxnSpPr>
        <p:spPr>
          <a:xfrm>
            <a:off x="2965925" y="2662200"/>
            <a:ext cx="1092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6" name="Google Shape;896;p47"/>
          <p:cNvCxnSpPr/>
          <p:nvPr/>
        </p:nvCxnSpPr>
        <p:spPr>
          <a:xfrm rot="10800000">
            <a:off x="5253125" y="2953400"/>
            <a:ext cx="950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7" name="Google Shape;897;p47"/>
          <p:cNvCxnSpPr/>
          <p:nvPr/>
        </p:nvCxnSpPr>
        <p:spPr>
          <a:xfrm rot="10800000">
            <a:off x="2965875" y="3958806"/>
            <a:ext cx="584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8" name="Google Shape;898;p47"/>
          <p:cNvSpPr/>
          <p:nvPr/>
        </p:nvSpPr>
        <p:spPr>
          <a:xfrm rot="-5400000">
            <a:off x="3712943" y="3379832"/>
            <a:ext cx="416007" cy="741943"/>
          </a:xfrm>
          <a:custGeom>
            <a:avLst/>
            <a:gdLst/>
            <a:ahLst/>
            <a:cxnLst/>
            <a:rect l="l" t="t" r="r" b="b"/>
            <a:pathLst>
              <a:path w="16217" h="27160" fill="none" extrusionOk="0">
                <a:moveTo>
                  <a:pt x="1" y="1"/>
                </a:moveTo>
                <a:lnTo>
                  <a:pt x="1" y="13475"/>
                </a:lnTo>
                <a:cubicBezTo>
                  <a:pt x="1" y="21029"/>
                  <a:pt x="6110" y="27159"/>
                  <a:pt x="13685" y="27159"/>
                </a:cubicBezTo>
                <a:lnTo>
                  <a:pt x="16216" y="27159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miter lim="209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47"/>
          <p:cNvSpPr/>
          <p:nvPr/>
        </p:nvSpPr>
        <p:spPr>
          <a:xfrm rot="5400000">
            <a:off x="5166843" y="1630257"/>
            <a:ext cx="416007" cy="741943"/>
          </a:xfrm>
          <a:custGeom>
            <a:avLst/>
            <a:gdLst/>
            <a:ahLst/>
            <a:cxnLst/>
            <a:rect l="l" t="t" r="r" b="b"/>
            <a:pathLst>
              <a:path w="16217" h="27160" fill="none" extrusionOk="0">
                <a:moveTo>
                  <a:pt x="1" y="1"/>
                </a:moveTo>
                <a:lnTo>
                  <a:pt x="1" y="13475"/>
                </a:lnTo>
                <a:cubicBezTo>
                  <a:pt x="1" y="21029"/>
                  <a:pt x="6110" y="27159"/>
                  <a:pt x="13685" y="27159"/>
                </a:cubicBezTo>
                <a:lnTo>
                  <a:pt x="16216" y="27159"/>
                </a:lnTo>
              </a:path>
            </a:pathLst>
          </a:custGeom>
          <a:noFill/>
          <a:ln w="28575" cap="rnd" cmpd="sng">
            <a:solidFill>
              <a:schemeClr val="dk1"/>
            </a:solidFill>
            <a:prstDash val="solid"/>
            <a:miter lim="209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0" name="Google Shape;900;p47"/>
          <p:cNvCxnSpPr/>
          <p:nvPr/>
        </p:nvCxnSpPr>
        <p:spPr>
          <a:xfrm rot="10800000">
            <a:off x="5745700" y="1793225"/>
            <a:ext cx="4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01" name="Google Shape;901;p47"/>
          <p:cNvGrpSpPr/>
          <p:nvPr/>
        </p:nvGrpSpPr>
        <p:grpSpPr>
          <a:xfrm>
            <a:off x="3886950" y="2209224"/>
            <a:ext cx="1370111" cy="1737644"/>
            <a:chOff x="3886950" y="2209224"/>
            <a:chExt cx="1370111" cy="1737644"/>
          </a:xfrm>
        </p:grpSpPr>
        <p:grpSp>
          <p:nvGrpSpPr>
            <p:cNvPr id="902" name="Google Shape;902;p47"/>
            <p:cNvGrpSpPr/>
            <p:nvPr/>
          </p:nvGrpSpPr>
          <p:grpSpPr>
            <a:xfrm>
              <a:off x="3886950" y="2209224"/>
              <a:ext cx="1370111" cy="1333587"/>
              <a:chOff x="3848850" y="2209224"/>
              <a:chExt cx="1370111" cy="1333587"/>
            </a:xfrm>
          </p:grpSpPr>
          <p:sp>
            <p:nvSpPr>
              <p:cNvPr id="903" name="Google Shape;903;p47"/>
              <p:cNvSpPr/>
              <p:nvPr/>
            </p:nvSpPr>
            <p:spPr>
              <a:xfrm>
                <a:off x="4875408" y="2209224"/>
                <a:ext cx="186199" cy="312337"/>
              </a:xfrm>
              <a:custGeom>
                <a:avLst/>
                <a:gdLst/>
                <a:ahLst/>
                <a:cxnLst/>
                <a:rect l="l" t="t" r="r" b="b"/>
                <a:pathLst>
                  <a:path w="3118" h="5232" extrusionOk="0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47"/>
              <p:cNvSpPr/>
              <p:nvPr/>
            </p:nvSpPr>
            <p:spPr>
              <a:xfrm>
                <a:off x="4167858" y="3230474"/>
                <a:ext cx="186199" cy="312337"/>
              </a:xfrm>
              <a:custGeom>
                <a:avLst/>
                <a:gdLst/>
                <a:ahLst/>
                <a:cxnLst/>
                <a:rect l="l" t="t" r="r" b="b"/>
                <a:pathLst>
                  <a:path w="3118" h="5232" extrusionOk="0">
                    <a:moveTo>
                      <a:pt x="1549" y="1"/>
                    </a:moveTo>
                    <a:cubicBezTo>
                      <a:pt x="1549" y="1"/>
                      <a:pt x="0" y="2804"/>
                      <a:pt x="0" y="3662"/>
                    </a:cubicBezTo>
                    <a:cubicBezTo>
                      <a:pt x="0" y="4520"/>
                      <a:pt x="691" y="5231"/>
                      <a:pt x="1549" y="5231"/>
                    </a:cubicBezTo>
                    <a:cubicBezTo>
                      <a:pt x="2407" y="5231"/>
                      <a:pt x="3118" y="4520"/>
                      <a:pt x="3118" y="3662"/>
                    </a:cubicBezTo>
                    <a:cubicBezTo>
                      <a:pt x="3118" y="2804"/>
                      <a:pt x="1549" y="1"/>
                      <a:pt x="1549" y="1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47"/>
              <p:cNvSpPr/>
              <p:nvPr/>
            </p:nvSpPr>
            <p:spPr>
              <a:xfrm>
                <a:off x="3848850" y="2455155"/>
                <a:ext cx="500881" cy="585508"/>
              </a:xfrm>
              <a:custGeom>
                <a:avLst/>
                <a:gdLst/>
                <a:ahLst/>
                <a:cxnLst/>
                <a:rect l="l" t="t" r="r" b="b"/>
                <a:pathLst>
                  <a:path w="5023" h="6299" extrusionOk="0">
                    <a:moveTo>
                      <a:pt x="2511" y="1"/>
                    </a:moveTo>
                    <a:cubicBezTo>
                      <a:pt x="1821" y="1"/>
                      <a:pt x="1172" y="336"/>
                      <a:pt x="712" y="963"/>
                    </a:cubicBezTo>
                    <a:cubicBezTo>
                      <a:pt x="252" y="1549"/>
                      <a:pt x="0" y="2323"/>
                      <a:pt x="0" y="3160"/>
                    </a:cubicBezTo>
                    <a:cubicBezTo>
                      <a:pt x="0" y="3976"/>
                      <a:pt x="252" y="4750"/>
                      <a:pt x="712" y="5336"/>
                    </a:cubicBezTo>
                    <a:cubicBezTo>
                      <a:pt x="1172" y="5964"/>
                      <a:pt x="1821" y="6299"/>
                      <a:pt x="2511" y="6299"/>
                    </a:cubicBezTo>
                    <a:cubicBezTo>
                      <a:pt x="3202" y="6299"/>
                      <a:pt x="3829" y="5964"/>
                      <a:pt x="4311" y="5336"/>
                    </a:cubicBezTo>
                    <a:cubicBezTo>
                      <a:pt x="4771" y="4750"/>
                      <a:pt x="5022" y="3976"/>
                      <a:pt x="5022" y="3160"/>
                    </a:cubicBezTo>
                    <a:cubicBezTo>
                      <a:pt x="5022" y="2323"/>
                      <a:pt x="4771" y="1549"/>
                      <a:pt x="4311" y="963"/>
                    </a:cubicBezTo>
                    <a:cubicBezTo>
                      <a:pt x="3829" y="336"/>
                      <a:pt x="3202" y="1"/>
                      <a:pt x="2511" y="1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06" name="Google Shape;906;p47"/>
              <p:cNvGrpSpPr/>
              <p:nvPr/>
            </p:nvGrpSpPr>
            <p:grpSpPr>
              <a:xfrm>
                <a:off x="4010499" y="2371418"/>
                <a:ext cx="500890" cy="585517"/>
                <a:chOff x="4361621" y="2990720"/>
                <a:chExt cx="233406" cy="272841"/>
              </a:xfrm>
            </p:grpSpPr>
            <p:sp>
              <p:nvSpPr>
                <p:cNvPr id="907" name="Google Shape;907;p47"/>
                <p:cNvSpPr/>
                <p:nvPr/>
              </p:nvSpPr>
              <p:spPr>
                <a:xfrm>
                  <a:off x="4361621" y="2990720"/>
                  <a:ext cx="233406" cy="272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3" h="6299" extrusionOk="0">
                      <a:moveTo>
                        <a:pt x="2511" y="1"/>
                      </a:moveTo>
                      <a:cubicBezTo>
                        <a:pt x="1821" y="1"/>
                        <a:pt x="1172" y="336"/>
                        <a:pt x="712" y="963"/>
                      </a:cubicBezTo>
                      <a:cubicBezTo>
                        <a:pt x="252" y="1549"/>
                        <a:pt x="0" y="2323"/>
                        <a:pt x="0" y="3160"/>
                      </a:cubicBezTo>
                      <a:cubicBezTo>
                        <a:pt x="0" y="3976"/>
                        <a:pt x="252" y="4750"/>
                        <a:pt x="712" y="5336"/>
                      </a:cubicBezTo>
                      <a:cubicBezTo>
                        <a:pt x="1172" y="5964"/>
                        <a:pt x="1821" y="6299"/>
                        <a:pt x="2511" y="6299"/>
                      </a:cubicBezTo>
                      <a:cubicBezTo>
                        <a:pt x="3202" y="6299"/>
                        <a:pt x="3829" y="5964"/>
                        <a:pt x="4311" y="5336"/>
                      </a:cubicBezTo>
                      <a:cubicBezTo>
                        <a:pt x="4771" y="4750"/>
                        <a:pt x="5022" y="3976"/>
                        <a:pt x="5022" y="3160"/>
                      </a:cubicBezTo>
                      <a:cubicBezTo>
                        <a:pt x="5022" y="2323"/>
                        <a:pt x="4771" y="1549"/>
                        <a:pt x="4311" y="963"/>
                      </a:cubicBezTo>
                      <a:cubicBezTo>
                        <a:pt x="3829" y="336"/>
                        <a:pt x="3202" y="1"/>
                        <a:pt x="2511" y="1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8" name="Google Shape;908;p47"/>
                <p:cNvSpPr/>
                <p:nvPr/>
              </p:nvSpPr>
              <p:spPr>
                <a:xfrm>
                  <a:off x="4435931" y="3059425"/>
                  <a:ext cx="86772" cy="136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3" h="6299" extrusionOk="0">
                      <a:moveTo>
                        <a:pt x="2511" y="1"/>
                      </a:moveTo>
                      <a:cubicBezTo>
                        <a:pt x="1821" y="1"/>
                        <a:pt x="1172" y="336"/>
                        <a:pt x="712" y="963"/>
                      </a:cubicBezTo>
                      <a:cubicBezTo>
                        <a:pt x="252" y="1549"/>
                        <a:pt x="0" y="2323"/>
                        <a:pt x="0" y="3160"/>
                      </a:cubicBezTo>
                      <a:cubicBezTo>
                        <a:pt x="0" y="3976"/>
                        <a:pt x="252" y="4750"/>
                        <a:pt x="712" y="5336"/>
                      </a:cubicBezTo>
                      <a:cubicBezTo>
                        <a:pt x="1172" y="5964"/>
                        <a:pt x="1821" y="6299"/>
                        <a:pt x="2511" y="6299"/>
                      </a:cubicBezTo>
                      <a:cubicBezTo>
                        <a:pt x="3202" y="6299"/>
                        <a:pt x="3829" y="5964"/>
                        <a:pt x="4311" y="5336"/>
                      </a:cubicBezTo>
                      <a:cubicBezTo>
                        <a:pt x="4771" y="4750"/>
                        <a:pt x="5022" y="3976"/>
                        <a:pt x="5022" y="3160"/>
                      </a:cubicBezTo>
                      <a:cubicBezTo>
                        <a:pt x="5022" y="2323"/>
                        <a:pt x="4771" y="1549"/>
                        <a:pt x="4311" y="963"/>
                      </a:cubicBezTo>
                      <a:cubicBezTo>
                        <a:pt x="3829" y="336"/>
                        <a:pt x="3202" y="1"/>
                        <a:pt x="25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09" name="Google Shape;909;p47"/>
              <p:cNvSpPr/>
              <p:nvPr/>
            </p:nvSpPr>
            <p:spPr>
              <a:xfrm>
                <a:off x="4556416" y="2795085"/>
                <a:ext cx="500881" cy="585508"/>
              </a:xfrm>
              <a:custGeom>
                <a:avLst/>
                <a:gdLst/>
                <a:ahLst/>
                <a:cxnLst/>
                <a:rect l="l" t="t" r="r" b="b"/>
                <a:pathLst>
                  <a:path w="5023" h="6299" extrusionOk="0">
                    <a:moveTo>
                      <a:pt x="2511" y="1"/>
                    </a:moveTo>
                    <a:cubicBezTo>
                      <a:pt x="1821" y="1"/>
                      <a:pt x="1172" y="336"/>
                      <a:pt x="712" y="963"/>
                    </a:cubicBezTo>
                    <a:cubicBezTo>
                      <a:pt x="252" y="1549"/>
                      <a:pt x="0" y="2323"/>
                      <a:pt x="0" y="3160"/>
                    </a:cubicBezTo>
                    <a:cubicBezTo>
                      <a:pt x="0" y="3976"/>
                      <a:pt x="252" y="4750"/>
                      <a:pt x="712" y="5336"/>
                    </a:cubicBezTo>
                    <a:cubicBezTo>
                      <a:pt x="1172" y="5964"/>
                      <a:pt x="1821" y="6299"/>
                      <a:pt x="2511" y="6299"/>
                    </a:cubicBezTo>
                    <a:cubicBezTo>
                      <a:pt x="3202" y="6299"/>
                      <a:pt x="3829" y="5964"/>
                      <a:pt x="4311" y="5336"/>
                    </a:cubicBezTo>
                    <a:cubicBezTo>
                      <a:pt x="4771" y="4750"/>
                      <a:pt x="5022" y="3976"/>
                      <a:pt x="5022" y="3160"/>
                    </a:cubicBezTo>
                    <a:cubicBezTo>
                      <a:pt x="5022" y="2323"/>
                      <a:pt x="4771" y="1549"/>
                      <a:pt x="4311" y="963"/>
                    </a:cubicBezTo>
                    <a:cubicBezTo>
                      <a:pt x="3829" y="336"/>
                      <a:pt x="3202" y="1"/>
                      <a:pt x="2511" y="1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10" name="Google Shape;910;p47"/>
              <p:cNvGrpSpPr/>
              <p:nvPr/>
            </p:nvGrpSpPr>
            <p:grpSpPr>
              <a:xfrm>
                <a:off x="4718072" y="2711347"/>
                <a:ext cx="500890" cy="585517"/>
                <a:chOff x="4691338" y="3149122"/>
                <a:chExt cx="233406" cy="272841"/>
              </a:xfrm>
            </p:grpSpPr>
            <p:sp>
              <p:nvSpPr>
                <p:cNvPr id="911" name="Google Shape;911;p47"/>
                <p:cNvSpPr/>
                <p:nvPr/>
              </p:nvSpPr>
              <p:spPr>
                <a:xfrm>
                  <a:off x="4691338" y="3149122"/>
                  <a:ext cx="233406" cy="272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3" h="6299" extrusionOk="0">
                      <a:moveTo>
                        <a:pt x="2511" y="1"/>
                      </a:moveTo>
                      <a:cubicBezTo>
                        <a:pt x="1821" y="1"/>
                        <a:pt x="1172" y="336"/>
                        <a:pt x="712" y="963"/>
                      </a:cubicBezTo>
                      <a:cubicBezTo>
                        <a:pt x="252" y="1549"/>
                        <a:pt x="0" y="2323"/>
                        <a:pt x="0" y="3160"/>
                      </a:cubicBezTo>
                      <a:cubicBezTo>
                        <a:pt x="0" y="3976"/>
                        <a:pt x="252" y="4750"/>
                        <a:pt x="712" y="5336"/>
                      </a:cubicBezTo>
                      <a:cubicBezTo>
                        <a:pt x="1172" y="5964"/>
                        <a:pt x="1821" y="6299"/>
                        <a:pt x="2511" y="6299"/>
                      </a:cubicBezTo>
                      <a:cubicBezTo>
                        <a:pt x="3202" y="6299"/>
                        <a:pt x="3829" y="5964"/>
                        <a:pt x="4311" y="5336"/>
                      </a:cubicBezTo>
                      <a:cubicBezTo>
                        <a:pt x="4771" y="4750"/>
                        <a:pt x="5022" y="3976"/>
                        <a:pt x="5022" y="3160"/>
                      </a:cubicBezTo>
                      <a:cubicBezTo>
                        <a:pt x="5022" y="2323"/>
                        <a:pt x="4771" y="1549"/>
                        <a:pt x="4311" y="963"/>
                      </a:cubicBezTo>
                      <a:cubicBezTo>
                        <a:pt x="3829" y="336"/>
                        <a:pt x="3202" y="1"/>
                        <a:pt x="2511" y="1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2" name="Google Shape;912;p47"/>
                <p:cNvSpPr/>
                <p:nvPr/>
              </p:nvSpPr>
              <p:spPr>
                <a:xfrm>
                  <a:off x="4765648" y="3217826"/>
                  <a:ext cx="86772" cy="1364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3" h="6299" extrusionOk="0">
                      <a:moveTo>
                        <a:pt x="2511" y="1"/>
                      </a:moveTo>
                      <a:cubicBezTo>
                        <a:pt x="1821" y="1"/>
                        <a:pt x="1172" y="336"/>
                        <a:pt x="712" y="963"/>
                      </a:cubicBezTo>
                      <a:cubicBezTo>
                        <a:pt x="252" y="1549"/>
                        <a:pt x="0" y="2323"/>
                        <a:pt x="0" y="3160"/>
                      </a:cubicBezTo>
                      <a:cubicBezTo>
                        <a:pt x="0" y="3976"/>
                        <a:pt x="252" y="4750"/>
                        <a:pt x="712" y="5336"/>
                      </a:cubicBezTo>
                      <a:cubicBezTo>
                        <a:pt x="1172" y="5964"/>
                        <a:pt x="1821" y="6299"/>
                        <a:pt x="2511" y="6299"/>
                      </a:cubicBezTo>
                      <a:cubicBezTo>
                        <a:pt x="3202" y="6299"/>
                        <a:pt x="3829" y="5964"/>
                        <a:pt x="4311" y="5336"/>
                      </a:cubicBezTo>
                      <a:cubicBezTo>
                        <a:pt x="4771" y="4750"/>
                        <a:pt x="5022" y="3976"/>
                        <a:pt x="5022" y="3160"/>
                      </a:cubicBezTo>
                      <a:cubicBezTo>
                        <a:pt x="5022" y="2323"/>
                        <a:pt x="4771" y="1549"/>
                        <a:pt x="4311" y="963"/>
                      </a:cubicBezTo>
                      <a:cubicBezTo>
                        <a:pt x="3829" y="336"/>
                        <a:pt x="3202" y="1"/>
                        <a:pt x="251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13" name="Google Shape;913;p47"/>
            <p:cNvSpPr/>
            <p:nvPr/>
          </p:nvSpPr>
          <p:spPr>
            <a:xfrm>
              <a:off x="4915641" y="3654137"/>
              <a:ext cx="186215" cy="292730"/>
            </a:xfrm>
            <a:custGeom>
              <a:avLst/>
              <a:gdLst/>
              <a:ahLst/>
              <a:cxnLst/>
              <a:rect l="l" t="t" r="r" b="b"/>
              <a:pathLst>
                <a:path w="5023" h="6299" extrusionOk="0">
                  <a:moveTo>
                    <a:pt x="2511" y="1"/>
                  </a:moveTo>
                  <a:cubicBezTo>
                    <a:pt x="1821" y="1"/>
                    <a:pt x="1172" y="336"/>
                    <a:pt x="712" y="963"/>
                  </a:cubicBezTo>
                  <a:cubicBezTo>
                    <a:pt x="252" y="1549"/>
                    <a:pt x="0" y="2323"/>
                    <a:pt x="0" y="3160"/>
                  </a:cubicBezTo>
                  <a:cubicBezTo>
                    <a:pt x="0" y="3976"/>
                    <a:pt x="252" y="4750"/>
                    <a:pt x="712" y="5336"/>
                  </a:cubicBezTo>
                  <a:cubicBezTo>
                    <a:pt x="1172" y="5964"/>
                    <a:pt x="1821" y="6299"/>
                    <a:pt x="2511" y="6299"/>
                  </a:cubicBezTo>
                  <a:cubicBezTo>
                    <a:pt x="3202" y="6299"/>
                    <a:pt x="3829" y="5964"/>
                    <a:pt x="4311" y="5336"/>
                  </a:cubicBezTo>
                  <a:cubicBezTo>
                    <a:pt x="4771" y="4750"/>
                    <a:pt x="5022" y="3976"/>
                    <a:pt x="5022" y="3160"/>
                  </a:cubicBezTo>
                  <a:cubicBezTo>
                    <a:pt x="5022" y="2323"/>
                    <a:pt x="4771" y="1549"/>
                    <a:pt x="4311" y="963"/>
                  </a:cubicBezTo>
                  <a:cubicBezTo>
                    <a:pt x="3829" y="336"/>
                    <a:pt x="3202" y="1"/>
                    <a:pt x="2511" y="1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54"/>
          <p:cNvSpPr txBox="1">
            <a:spLocks noGrp="1"/>
          </p:cNvSpPr>
          <p:nvPr>
            <p:ph type="subTitle" idx="1"/>
          </p:nvPr>
        </p:nvSpPr>
        <p:spPr>
          <a:xfrm>
            <a:off x="1289949" y="2417949"/>
            <a:ext cx="188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Name, email, contact and required fields are checked before saving.</a:t>
            </a:r>
            <a:endParaRPr/>
          </a:p>
        </p:txBody>
      </p:sp>
      <p:sp>
        <p:nvSpPr>
          <p:cNvPr id="1094" name="Google Shape;1094;p54"/>
          <p:cNvSpPr txBox="1">
            <a:spLocks noGrp="1"/>
          </p:cNvSpPr>
          <p:nvPr>
            <p:ph type="title" idx="8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1095" name="Google Shape;1095;p54"/>
          <p:cNvSpPr txBox="1">
            <a:spLocks noGrp="1"/>
          </p:cNvSpPr>
          <p:nvPr>
            <p:ph type="subTitle" idx="2"/>
          </p:nvPr>
        </p:nvSpPr>
        <p:spPr>
          <a:xfrm>
            <a:off x="1289949" y="3535335"/>
            <a:ext cx="188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Blood group and district filters return matching donors.</a:t>
            </a:r>
            <a:endParaRPr/>
          </a:p>
        </p:txBody>
      </p:sp>
      <p:sp>
        <p:nvSpPr>
          <p:cNvPr id="1096" name="Google Shape;1096;p54"/>
          <p:cNvSpPr txBox="1">
            <a:spLocks noGrp="1"/>
          </p:cNvSpPr>
          <p:nvPr>
            <p:ph type="subTitle" idx="3"/>
          </p:nvPr>
        </p:nvSpPr>
        <p:spPr>
          <a:xfrm>
            <a:off x="5965575" y="2266949"/>
            <a:ext cx="1888500" cy="6096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Donors and requests are saved and reloaded from browser storage.</a:t>
            </a:r>
            <a:endParaRPr dirty="0"/>
          </a:p>
        </p:txBody>
      </p:sp>
      <p:sp>
        <p:nvSpPr>
          <p:cNvPr id="1097" name="Google Shape;1097;p54"/>
          <p:cNvSpPr txBox="1">
            <a:spLocks noGrp="1"/>
          </p:cNvSpPr>
          <p:nvPr>
            <p:ph type="subTitle" idx="4"/>
          </p:nvPr>
        </p:nvSpPr>
        <p:spPr>
          <a:xfrm>
            <a:off x="5965575" y="3626053"/>
            <a:ext cx="1888500" cy="4819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Pages work on mobile, tablet and desktop, with dark mode.</a:t>
            </a:r>
            <a:endParaRPr dirty="0"/>
          </a:p>
        </p:txBody>
      </p:sp>
      <p:sp>
        <p:nvSpPr>
          <p:cNvPr id="1098" name="Google Shape;1098;p54"/>
          <p:cNvSpPr txBox="1">
            <a:spLocks noGrp="1"/>
          </p:cNvSpPr>
          <p:nvPr>
            <p:ph type="title"/>
          </p:nvPr>
        </p:nvSpPr>
        <p:spPr>
          <a:xfrm>
            <a:off x="1289953" y="3103619"/>
            <a:ext cx="1888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&amp; Filters</a:t>
            </a:r>
            <a:endParaRPr/>
          </a:p>
        </p:txBody>
      </p:sp>
      <p:sp>
        <p:nvSpPr>
          <p:cNvPr id="1099" name="Google Shape;1099;p54"/>
          <p:cNvSpPr txBox="1">
            <a:spLocks noGrp="1"/>
          </p:cNvSpPr>
          <p:nvPr>
            <p:ph type="title" idx="5"/>
          </p:nvPr>
        </p:nvSpPr>
        <p:spPr>
          <a:xfrm>
            <a:off x="1289949" y="1986222"/>
            <a:ext cx="1888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Validation</a:t>
            </a:r>
            <a:endParaRPr/>
          </a:p>
        </p:txBody>
      </p:sp>
      <p:sp>
        <p:nvSpPr>
          <p:cNvPr id="1100" name="Google Shape;1100;p54"/>
          <p:cNvSpPr txBox="1">
            <a:spLocks noGrp="1"/>
          </p:cNvSpPr>
          <p:nvPr>
            <p:ph type="title" idx="6"/>
          </p:nvPr>
        </p:nvSpPr>
        <p:spPr>
          <a:xfrm>
            <a:off x="6037071" y="1832375"/>
            <a:ext cx="1888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Storage</a:t>
            </a:r>
            <a:endParaRPr dirty="0"/>
          </a:p>
        </p:txBody>
      </p:sp>
      <p:sp>
        <p:nvSpPr>
          <p:cNvPr id="1101" name="Google Shape;1101;p54"/>
          <p:cNvSpPr txBox="1">
            <a:spLocks noGrp="1"/>
          </p:cNvSpPr>
          <p:nvPr>
            <p:ph type="title" idx="7"/>
          </p:nvPr>
        </p:nvSpPr>
        <p:spPr>
          <a:xfrm>
            <a:off x="6037071" y="3574056"/>
            <a:ext cx="1888500" cy="24851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Responsive Design</a:t>
            </a:r>
            <a:endParaRPr dirty="0"/>
          </a:p>
        </p:txBody>
      </p:sp>
      <p:grpSp>
        <p:nvGrpSpPr>
          <p:cNvPr id="1102" name="Google Shape;1102;p54"/>
          <p:cNvGrpSpPr/>
          <p:nvPr/>
        </p:nvGrpSpPr>
        <p:grpSpPr>
          <a:xfrm>
            <a:off x="4930868" y="2304061"/>
            <a:ext cx="478946" cy="2786189"/>
            <a:chOff x="4930868" y="2304061"/>
            <a:chExt cx="478946" cy="2786189"/>
          </a:xfrm>
        </p:grpSpPr>
        <p:cxnSp>
          <p:nvCxnSpPr>
            <p:cNvPr id="1103" name="Google Shape;1103;p54"/>
            <p:cNvCxnSpPr/>
            <p:nvPr/>
          </p:nvCxnSpPr>
          <p:spPr>
            <a:xfrm>
              <a:off x="5170350" y="2603850"/>
              <a:ext cx="0" cy="2486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04" name="Google Shape;1104;p54"/>
            <p:cNvGrpSpPr/>
            <p:nvPr/>
          </p:nvGrpSpPr>
          <p:grpSpPr>
            <a:xfrm>
              <a:off x="4930868" y="2304061"/>
              <a:ext cx="478946" cy="475511"/>
              <a:chOff x="2572534" y="2207377"/>
              <a:chExt cx="433749" cy="430639"/>
            </a:xfrm>
          </p:grpSpPr>
          <p:sp>
            <p:nvSpPr>
              <p:cNvPr id="1105" name="Google Shape;1105;p54"/>
              <p:cNvSpPr/>
              <p:nvPr/>
            </p:nvSpPr>
            <p:spPr>
              <a:xfrm>
                <a:off x="2572534" y="2408516"/>
                <a:ext cx="369000" cy="22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54"/>
              <p:cNvSpPr/>
              <p:nvPr/>
            </p:nvSpPr>
            <p:spPr>
              <a:xfrm>
                <a:off x="2746201" y="2408825"/>
                <a:ext cx="126778" cy="127601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3160" extrusionOk="0">
                    <a:moveTo>
                      <a:pt x="1256" y="0"/>
                    </a:moveTo>
                    <a:lnTo>
                      <a:pt x="1256" y="1255"/>
                    </a:lnTo>
                    <a:lnTo>
                      <a:pt x="1" y="1255"/>
                    </a:lnTo>
                    <a:lnTo>
                      <a:pt x="1" y="1883"/>
                    </a:lnTo>
                    <a:lnTo>
                      <a:pt x="1256" y="1883"/>
                    </a:lnTo>
                    <a:lnTo>
                      <a:pt x="1256" y="3159"/>
                    </a:lnTo>
                    <a:lnTo>
                      <a:pt x="1884" y="3159"/>
                    </a:lnTo>
                    <a:lnTo>
                      <a:pt x="1884" y="1883"/>
                    </a:lnTo>
                    <a:lnTo>
                      <a:pt x="3139" y="1883"/>
                    </a:lnTo>
                    <a:lnTo>
                      <a:pt x="3139" y="1255"/>
                    </a:lnTo>
                    <a:lnTo>
                      <a:pt x="1884" y="1255"/>
                    </a:lnTo>
                    <a:lnTo>
                      <a:pt x="188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54"/>
              <p:cNvSpPr/>
              <p:nvPr/>
            </p:nvSpPr>
            <p:spPr>
              <a:xfrm>
                <a:off x="2683201" y="2345600"/>
                <a:ext cx="29649" cy="45599"/>
              </a:xfrm>
              <a:custGeom>
                <a:avLst/>
                <a:gdLst/>
                <a:ahLst/>
                <a:cxnLst/>
                <a:rect l="l" t="t" r="r" b="b"/>
                <a:pathLst>
                  <a:path w="629" h="1256" extrusionOk="0">
                    <a:moveTo>
                      <a:pt x="1" y="0"/>
                    </a:moveTo>
                    <a:lnTo>
                      <a:pt x="1" y="942"/>
                    </a:lnTo>
                    <a:cubicBezTo>
                      <a:pt x="1" y="1130"/>
                      <a:pt x="147" y="1256"/>
                      <a:pt x="314" y="1256"/>
                    </a:cubicBezTo>
                    <a:cubicBezTo>
                      <a:pt x="482" y="1256"/>
                      <a:pt x="628" y="1130"/>
                      <a:pt x="628" y="942"/>
                    </a:cubicBezTo>
                    <a:lnTo>
                      <a:pt x="6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54"/>
              <p:cNvSpPr/>
              <p:nvPr/>
            </p:nvSpPr>
            <p:spPr>
              <a:xfrm>
                <a:off x="2911853" y="2345600"/>
                <a:ext cx="32675" cy="45599"/>
              </a:xfrm>
              <a:custGeom>
                <a:avLst/>
                <a:gdLst/>
                <a:ahLst/>
                <a:cxnLst/>
                <a:rect l="l" t="t" r="r" b="b"/>
                <a:pathLst>
                  <a:path w="629" h="1256" extrusionOk="0">
                    <a:moveTo>
                      <a:pt x="1" y="0"/>
                    </a:moveTo>
                    <a:lnTo>
                      <a:pt x="1" y="942"/>
                    </a:lnTo>
                    <a:cubicBezTo>
                      <a:pt x="1" y="1130"/>
                      <a:pt x="126" y="1256"/>
                      <a:pt x="314" y="1256"/>
                    </a:cubicBezTo>
                    <a:cubicBezTo>
                      <a:pt x="482" y="1256"/>
                      <a:pt x="628" y="1130"/>
                      <a:pt x="628" y="942"/>
                    </a:cubicBezTo>
                    <a:lnTo>
                      <a:pt x="6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54"/>
              <p:cNvSpPr/>
              <p:nvPr/>
            </p:nvSpPr>
            <p:spPr>
              <a:xfrm>
                <a:off x="2616549" y="2207377"/>
                <a:ext cx="389734" cy="388972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10714" extrusionOk="0">
                    <a:moveTo>
                      <a:pt x="6926" y="629"/>
                    </a:moveTo>
                    <a:lnTo>
                      <a:pt x="6926" y="1905"/>
                    </a:lnTo>
                    <a:lnTo>
                      <a:pt x="3788" y="1905"/>
                    </a:lnTo>
                    <a:lnTo>
                      <a:pt x="3788" y="629"/>
                    </a:lnTo>
                    <a:close/>
                    <a:moveTo>
                      <a:pt x="10086" y="2533"/>
                    </a:moveTo>
                    <a:lnTo>
                      <a:pt x="10086" y="3788"/>
                    </a:lnTo>
                    <a:lnTo>
                      <a:pt x="9437" y="3788"/>
                    </a:lnTo>
                    <a:lnTo>
                      <a:pt x="9437" y="3160"/>
                    </a:lnTo>
                    <a:lnTo>
                      <a:pt x="7554" y="3160"/>
                    </a:lnTo>
                    <a:lnTo>
                      <a:pt x="7554" y="3788"/>
                    </a:lnTo>
                    <a:lnTo>
                      <a:pt x="3160" y="3788"/>
                    </a:lnTo>
                    <a:lnTo>
                      <a:pt x="3160" y="3160"/>
                    </a:lnTo>
                    <a:lnTo>
                      <a:pt x="1277" y="3160"/>
                    </a:lnTo>
                    <a:lnTo>
                      <a:pt x="1277" y="3788"/>
                    </a:lnTo>
                    <a:lnTo>
                      <a:pt x="628" y="3788"/>
                    </a:lnTo>
                    <a:lnTo>
                      <a:pt x="628" y="2533"/>
                    </a:lnTo>
                    <a:close/>
                    <a:moveTo>
                      <a:pt x="2532" y="3788"/>
                    </a:moveTo>
                    <a:lnTo>
                      <a:pt x="2532" y="4730"/>
                    </a:lnTo>
                    <a:cubicBezTo>
                      <a:pt x="2532" y="4897"/>
                      <a:pt x="2386" y="5044"/>
                      <a:pt x="2218" y="5044"/>
                    </a:cubicBezTo>
                    <a:cubicBezTo>
                      <a:pt x="2051" y="5044"/>
                      <a:pt x="1905" y="4897"/>
                      <a:pt x="1905" y="4730"/>
                    </a:cubicBezTo>
                    <a:lnTo>
                      <a:pt x="1905" y="3788"/>
                    </a:lnTo>
                    <a:close/>
                    <a:moveTo>
                      <a:pt x="8830" y="3788"/>
                    </a:moveTo>
                    <a:lnTo>
                      <a:pt x="8830" y="4730"/>
                    </a:lnTo>
                    <a:cubicBezTo>
                      <a:pt x="8830" y="4897"/>
                      <a:pt x="8684" y="5044"/>
                      <a:pt x="8516" y="5044"/>
                    </a:cubicBezTo>
                    <a:cubicBezTo>
                      <a:pt x="8328" y="5044"/>
                      <a:pt x="8203" y="4897"/>
                      <a:pt x="8203" y="4730"/>
                    </a:cubicBezTo>
                    <a:lnTo>
                      <a:pt x="8203" y="3788"/>
                    </a:lnTo>
                    <a:close/>
                    <a:moveTo>
                      <a:pt x="10086" y="4416"/>
                    </a:moveTo>
                    <a:lnTo>
                      <a:pt x="10086" y="10086"/>
                    </a:lnTo>
                    <a:lnTo>
                      <a:pt x="628" y="10086"/>
                    </a:lnTo>
                    <a:lnTo>
                      <a:pt x="628" y="4416"/>
                    </a:lnTo>
                    <a:lnTo>
                      <a:pt x="1277" y="4416"/>
                    </a:lnTo>
                    <a:lnTo>
                      <a:pt x="1277" y="4730"/>
                    </a:lnTo>
                    <a:cubicBezTo>
                      <a:pt x="1277" y="5253"/>
                      <a:pt x="1695" y="5671"/>
                      <a:pt x="2218" y="5671"/>
                    </a:cubicBezTo>
                    <a:cubicBezTo>
                      <a:pt x="2742" y="5671"/>
                      <a:pt x="3160" y="5253"/>
                      <a:pt x="3160" y="4730"/>
                    </a:cubicBezTo>
                    <a:lnTo>
                      <a:pt x="3160" y="4416"/>
                    </a:lnTo>
                    <a:lnTo>
                      <a:pt x="7554" y="4416"/>
                    </a:lnTo>
                    <a:lnTo>
                      <a:pt x="7554" y="4730"/>
                    </a:lnTo>
                    <a:cubicBezTo>
                      <a:pt x="7554" y="5253"/>
                      <a:pt x="7993" y="5671"/>
                      <a:pt x="8496" y="5671"/>
                    </a:cubicBezTo>
                    <a:cubicBezTo>
                      <a:pt x="9019" y="5671"/>
                      <a:pt x="9437" y="5253"/>
                      <a:pt x="9437" y="4730"/>
                    </a:cubicBezTo>
                    <a:lnTo>
                      <a:pt x="9437" y="4416"/>
                    </a:lnTo>
                    <a:close/>
                    <a:moveTo>
                      <a:pt x="3160" y="1"/>
                    </a:moveTo>
                    <a:lnTo>
                      <a:pt x="3160" y="1905"/>
                    </a:lnTo>
                    <a:lnTo>
                      <a:pt x="1" y="1905"/>
                    </a:lnTo>
                    <a:lnTo>
                      <a:pt x="1" y="10714"/>
                    </a:lnTo>
                    <a:lnTo>
                      <a:pt x="10734" y="10714"/>
                    </a:lnTo>
                    <a:lnTo>
                      <a:pt x="10734" y="1905"/>
                    </a:lnTo>
                    <a:lnTo>
                      <a:pt x="7554" y="1905"/>
                    </a:lnTo>
                    <a:lnTo>
                      <a:pt x="75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54"/>
              <p:cNvSpPr/>
              <p:nvPr/>
            </p:nvSpPr>
            <p:spPr>
              <a:xfrm>
                <a:off x="2731276" y="2390468"/>
                <a:ext cx="160287" cy="159560"/>
              </a:xfrm>
              <a:custGeom>
                <a:avLst/>
                <a:gdLst/>
                <a:ahLst/>
                <a:cxnLst/>
                <a:rect l="l" t="t" r="r" b="b"/>
                <a:pathLst>
                  <a:path w="4415" h="4395" extrusionOk="0">
                    <a:moveTo>
                      <a:pt x="2511" y="628"/>
                    </a:moveTo>
                    <a:lnTo>
                      <a:pt x="2511" y="1884"/>
                    </a:lnTo>
                    <a:lnTo>
                      <a:pt x="3766" y="1884"/>
                    </a:lnTo>
                    <a:lnTo>
                      <a:pt x="3766" y="2511"/>
                    </a:lnTo>
                    <a:lnTo>
                      <a:pt x="2511" y="2511"/>
                    </a:lnTo>
                    <a:lnTo>
                      <a:pt x="2511" y="3767"/>
                    </a:lnTo>
                    <a:lnTo>
                      <a:pt x="1883" y="3767"/>
                    </a:lnTo>
                    <a:lnTo>
                      <a:pt x="1883" y="2511"/>
                    </a:lnTo>
                    <a:lnTo>
                      <a:pt x="628" y="2511"/>
                    </a:lnTo>
                    <a:lnTo>
                      <a:pt x="628" y="1884"/>
                    </a:lnTo>
                    <a:lnTo>
                      <a:pt x="1883" y="1884"/>
                    </a:lnTo>
                    <a:lnTo>
                      <a:pt x="1883" y="628"/>
                    </a:lnTo>
                    <a:close/>
                    <a:moveTo>
                      <a:pt x="1255" y="1"/>
                    </a:moveTo>
                    <a:lnTo>
                      <a:pt x="1255" y="1256"/>
                    </a:lnTo>
                    <a:lnTo>
                      <a:pt x="0" y="1256"/>
                    </a:lnTo>
                    <a:lnTo>
                      <a:pt x="0" y="3139"/>
                    </a:lnTo>
                    <a:lnTo>
                      <a:pt x="1255" y="3139"/>
                    </a:lnTo>
                    <a:lnTo>
                      <a:pt x="1255" y="4394"/>
                    </a:lnTo>
                    <a:lnTo>
                      <a:pt x="3139" y="4394"/>
                    </a:lnTo>
                    <a:lnTo>
                      <a:pt x="3139" y="3139"/>
                    </a:lnTo>
                    <a:lnTo>
                      <a:pt x="4415" y="3139"/>
                    </a:lnTo>
                    <a:lnTo>
                      <a:pt x="4415" y="1256"/>
                    </a:lnTo>
                    <a:lnTo>
                      <a:pt x="3139" y="1256"/>
                    </a:lnTo>
                    <a:lnTo>
                      <a:pt x="31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11" name="Google Shape;1111;p54"/>
            <p:cNvGrpSpPr/>
            <p:nvPr/>
          </p:nvGrpSpPr>
          <p:grpSpPr>
            <a:xfrm>
              <a:off x="4931554" y="3427807"/>
              <a:ext cx="477600" cy="480930"/>
              <a:chOff x="7549746" y="2197502"/>
              <a:chExt cx="432530" cy="435546"/>
            </a:xfrm>
          </p:grpSpPr>
          <p:sp>
            <p:nvSpPr>
              <p:cNvPr id="1112" name="Google Shape;1112;p54"/>
              <p:cNvSpPr/>
              <p:nvPr/>
            </p:nvSpPr>
            <p:spPr>
              <a:xfrm>
                <a:off x="7549746" y="2244076"/>
                <a:ext cx="389734" cy="388972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10714" extrusionOk="0">
                    <a:moveTo>
                      <a:pt x="942" y="1"/>
                    </a:moveTo>
                    <a:cubicBezTo>
                      <a:pt x="440" y="1"/>
                      <a:pt x="1" y="419"/>
                      <a:pt x="1" y="942"/>
                    </a:cubicBezTo>
                    <a:lnTo>
                      <a:pt x="1" y="2846"/>
                    </a:lnTo>
                    <a:cubicBezTo>
                      <a:pt x="1" y="3244"/>
                      <a:pt x="273" y="3600"/>
                      <a:pt x="628" y="3725"/>
                    </a:cubicBezTo>
                    <a:lnTo>
                      <a:pt x="628" y="5734"/>
                    </a:lnTo>
                    <a:cubicBezTo>
                      <a:pt x="273" y="5859"/>
                      <a:pt x="1" y="6194"/>
                      <a:pt x="1" y="6613"/>
                    </a:cubicBezTo>
                    <a:lnTo>
                      <a:pt x="1" y="9772"/>
                    </a:lnTo>
                    <a:cubicBezTo>
                      <a:pt x="1" y="10295"/>
                      <a:pt x="440" y="10714"/>
                      <a:pt x="942" y="10714"/>
                    </a:cubicBezTo>
                    <a:lnTo>
                      <a:pt x="2867" y="10714"/>
                    </a:lnTo>
                    <a:cubicBezTo>
                      <a:pt x="3265" y="10714"/>
                      <a:pt x="3620" y="10463"/>
                      <a:pt x="3746" y="10086"/>
                    </a:cubicBezTo>
                    <a:lnTo>
                      <a:pt x="5734" y="10086"/>
                    </a:lnTo>
                    <a:cubicBezTo>
                      <a:pt x="5880" y="10463"/>
                      <a:pt x="6215" y="10714"/>
                      <a:pt x="6633" y="10714"/>
                    </a:cubicBezTo>
                    <a:lnTo>
                      <a:pt x="9793" y="10714"/>
                    </a:lnTo>
                    <a:cubicBezTo>
                      <a:pt x="10316" y="10714"/>
                      <a:pt x="10734" y="10295"/>
                      <a:pt x="10734" y="9772"/>
                    </a:cubicBezTo>
                    <a:lnTo>
                      <a:pt x="10734" y="7868"/>
                    </a:lnTo>
                    <a:cubicBezTo>
                      <a:pt x="10734" y="7450"/>
                      <a:pt x="10462" y="7115"/>
                      <a:pt x="10107" y="6968"/>
                    </a:cubicBezTo>
                    <a:lnTo>
                      <a:pt x="10107" y="4981"/>
                    </a:lnTo>
                    <a:cubicBezTo>
                      <a:pt x="10462" y="4855"/>
                      <a:pt x="10734" y="4499"/>
                      <a:pt x="10734" y="4102"/>
                    </a:cubicBezTo>
                    <a:lnTo>
                      <a:pt x="10734" y="942"/>
                    </a:lnTo>
                    <a:cubicBezTo>
                      <a:pt x="10734" y="419"/>
                      <a:pt x="10316" y="1"/>
                      <a:pt x="9793" y="1"/>
                    </a:cubicBezTo>
                    <a:lnTo>
                      <a:pt x="7889" y="1"/>
                    </a:lnTo>
                    <a:cubicBezTo>
                      <a:pt x="7470" y="1"/>
                      <a:pt x="7136" y="252"/>
                      <a:pt x="6989" y="629"/>
                    </a:cubicBezTo>
                    <a:lnTo>
                      <a:pt x="5001" y="629"/>
                    </a:lnTo>
                    <a:cubicBezTo>
                      <a:pt x="4876" y="252"/>
                      <a:pt x="4520" y="1"/>
                      <a:pt x="4123" y="1"/>
                    </a:cubicBezTo>
                    <a:close/>
                  </a:path>
                </a:pathLst>
              </a:custGeom>
              <a:solidFill>
                <a:srgbClr val="B2090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54"/>
              <p:cNvSpPr/>
              <p:nvPr/>
            </p:nvSpPr>
            <p:spPr>
              <a:xfrm>
                <a:off x="7823862" y="2221059"/>
                <a:ext cx="136008" cy="228701"/>
              </a:xfrm>
              <a:custGeom>
                <a:avLst/>
                <a:gdLst/>
                <a:ahLst/>
                <a:cxnLst/>
                <a:rect l="l" t="t" r="r" b="b"/>
                <a:pathLst>
                  <a:path w="3746" h="6299" extrusionOk="0">
                    <a:moveTo>
                      <a:pt x="1527" y="1"/>
                    </a:moveTo>
                    <a:cubicBezTo>
                      <a:pt x="1339" y="1"/>
                      <a:pt x="1214" y="126"/>
                      <a:pt x="1214" y="315"/>
                    </a:cubicBezTo>
                    <a:lnTo>
                      <a:pt x="1214" y="3160"/>
                    </a:lnTo>
                    <a:lnTo>
                      <a:pt x="0" y="3160"/>
                    </a:lnTo>
                    <a:cubicBezTo>
                      <a:pt x="126" y="3516"/>
                      <a:pt x="481" y="3788"/>
                      <a:pt x="900" y="3788"/>
                    </a:cubicBezTo>
                    <a:lnTo>
                      <a:pt x="1214" y="3788"/>
                    </a:lnTo>
                    <a:lnTo>
                      <a:pt x="1214" y="6299"/>
                    </a:lnTo>
                    <a:lnTo>
                      <a:pt x="3118" y="6299"/>
                    </a:lnTo>
                    <a:lnTo>
                      <a:pt x="3118" y="3788"/>
                    </a:lnTo>
                    <a:lnTo>
                      <a:pt x="3432" y="3788"/>
                    </a:lnTo>
                    <a:cubicBezTo>
                      <a:pt x="3599" y="3788"/>
                      <a:pt x="3745" y="3641"/>
                      <a:pt x="3745" y="3474"/>
                    </a:cubicBezTo>
                    <a:lnTo>
                      <a:pt x="3745" y="315"/>
                    </a:lnTo>
                    <a:cubicBezTo>
                      <a:pt x="3745" y="126"/>
                      <a:pt x="3599" y="1"/>
                      <a:pt x="34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54"/>
              <p:cNvSpPr/>
              <p:nvPr/>
            </p:nvSpPr>
            <p:spPr>
              <a:xfrm>
                <a:off x="7615674" y="2221059"/>
                <a:ext cx="228701" cy="135282"/>
              </a:xfrm>
              <a:custGeom>
                <a:avLst/>
                <a:gdLst/>
                <a:ahLst/>
                <a:cxnLst/>
                <a:rect l="l" t="t" r="r" b="b"/>
                <a:pathLst>
                  <a:path w="6299" h="3726" extrusionOk="0">
                    <a:moveTo>
                      <a:pt x="315" y="1"/>
                    </a:moveTo>
                    <a:cubicBezTo>
                      <a:pt x="147" y="1"/>
                      <a:pt x="1" y="147"/>
                      <a:pt x="1" y="315"/>
                    </a:cubicBezTo>
                    <a:lnTo>
                      <a:pt x="1" y="2219"/>
                    </a:lnTo>
                    <a:cubicBezTo>
                      <a:pt x="1" y="2386"/>
                      <a:pt x="147" y="2532"/>
                      <a:pt x="315" y="2532"/>
                    </a:cubicBezTo>
                    <a:lnTo>
                      <a:pt x="3160" y="2532"/>
                    </a:lnTo>
                    <a:lnTo>
                      <a:pt x="3160" y="3725"/>
                    </a:lnTo>
                    <a:cubicBezTo>
                      <a:pt x="3537" y="3600"/>
                      <a:pt x="3788" y="3265"/>
                      <a:pt x="3788" y="2846"/>
                    </a:cubicBezTo>
                    <a:lnTo>
                      <a:pt x="3788" y="2532"/>
                    </a:lnTo>
                    <a:lnTo>
                      <a:pt x="6299" y="2532"/>
                    </a:lnTo>
                    <a:lnTo>
                      <a:pt x="6299" y="628"/>
                    </a:lnTo>
                    <a:lnTo>
                      <a:pt x="3788" y="628"/>
                    </a:lnTo>
                    <a:lnTo>
                      <a:pt x="3788" y="315"/>
                    </a:lnTo>
                    <a:cubicBezTo>
                      <a:pt x="3788" y="147"/>
                      <a:pt x="3663" y="1"/>
                      <a:pt x="347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54"/>
              <p:cNvSpPr/>
              <p:nvPr/>
            </p:nvSpPr>
            <p:spPr>
              <a:xfrm>
                <a:off x="7726070" y="2329950"/>
                <a:ext cx="123975" cy="123975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3139" extrusionOk="0">
                    <a:moveTo>
                      <a:pt x="1235" y="0"/>
                    </a:moveTo>
                    <a:cubicBezTo>
                      <a:pt x="1109" y="607"/>
                      <a:pt x="628" y="1088"/>
                      <a:pt x="0" y="1214"/>
                    </a:cubicBezTo>
                    <a:lnTo>
                      <a:pt x="0" y="1904"/>
                    </a:lnTo>
                    <a:cubicBezTo>
                      <a:pt x="628" y="2030"/>
                      <a:pt x="1109" y="2532"/>
                      <a:pt x="1235" y="3139"/>
                    </a:cubicBezTo>
                    <a:lnTo>
                      <a:pt x="1925" y="3139"/>
                    </a:lnTo>
                    <a:cubicBezTo>
                      <a:pt x="2051" y="2532"/>
                      <a:pt x="2532" y="2030"/>
                      <a:pt x="3139" y="1904"/>
                    </a:cubicBezTo>
                    <a:lnTo>
                      <a:pt x="3139" y="1214"/>
                    </a:lnTo>
                    <a:cubicBezTo>
                      <a:pt x="2532" y="1088"/>
                      <a:pt x="2051" y="607"/>
                      <a:pt x="19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54"/>
              <p:cNvSpPr/>
              <p:nvPr/>
            </p:nvSpPr>
            <p:spPr>
              <a:xfrm>
                <a:off x="7592542" y="2197502"/>
                <a:ext cx="389734" cy="389734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10735" extrusionOk="0">
                    <a:moveTo>
                      <a:pt x="4101" y="629"/>
                    </a:moveTo>
                    <a:cubicBezTo>
                      <a:pt x="4290" y="629"/>
                      <a:pt x="4415" y="775"/>
                      <a:pt x="4415" y="942"/>
                    </a:cubicBezTo>
                    <a:lnTo>
                      <a:pt x="4415" y="1256"/>
                    </a:lnTo>
                    <a:lnTo>
                      <a:pt x="6926" y="1256"/>
                    </a:lnTo>
                    <a:lnTo>
                      <a:pt x="6926" y="3160"/>
                    </a:lnTo>
                    <a:lnTo>
                      <a:pt x="4415" y="3160"/>
                    </a:lnTo>
                    <a:lnTo>
                      <a:pt x="4415" y="3474"/>
                    </a:lnTo>
                    <a:cubicBezTo>
                      <a:pt x="4415" y="3893"/>
                      <a:pt x="4164" y="4248"/>
                      <a:pt x="3787" y="4374"/>
                    </a:cubicBezTo>
                    <a:lnTo>
                      <a:pt x="3787" y="3160"/>
                    </a:lnTo>
                    <a:lnTo>
                      <a:pt x="942" y="3160"/>
                    </a:lnTo>
                    <a:cubicBezTo>
                      <a:pt x="774" y="3160"/>
                      <a:pt x="628" y="3035"/>
                      <a:pt x="628" y="2847"/>
                    </a:cubicBezTo>
                    <a:lnTo>
                      <a:pt x="628" y="942"/>
                    </a:lnTo>
                    <a:cubicBezTo>
                      <a:pt x="628" y="775"/>
                      <a:pt x="774" y="629"/>
                      <a:pt x="942" y="629"/>
                    </a:cubicBezTo>
                    <a:close/>
                    <a:moveTo>
                      <a:pt x="5712" y="3788"/>
                    </a:moveTo>
                    <a:cubicBezTo>
                      <a:pt x="5838" y="4416"/>
                      <a:pt x="6319" y="4897"/>
                      <a:pt x="6926" y="5023"/>
                    </a:cubicBezTo>
                    <a:lnTo>
                      <a:pt x="6926" y="5713"/>
                    </a:lnTo>
                    <a:cubicBezTo>
                      <a:pt x="6319" y="5839"/>
                      <a:pt x="5838" y="6320"/>
                      <a:pt x="5712" y="6948"/>
                    </a:cubicBezTo>
                    <a:lnTo>
                      <a:pt x="5022" y="6948"/>
                    </a:lnTo>
                    <a:cubicBezTo>
                      <a:pt x="4896" y="6320"/>
                      <a:pt x="4415" y="5839"/>
                      <a:pt x="3787" y="5713"/>
                    </a:cubicBezTo>
                    <a:lnTo>
                      <a:pt x="3787" y="5023"/>
                    </a:lnTo>
                    <a:cubicBezTo>
                      <a:pt x="4415" y="4897"/>
                      <a:pt x="4896" y="4416"/>
                      <a:pt x="5022" y="3788"/>
                    </a:cubicBezTo>
                    <a:close/>
                    <a:moveTo>
                      <a:pt x="9793" y="629"/>
                    </a:moveTo>
                    <a:cubicBezTo>
                      <a:pt x="9960" y="629"/>
                      <a:pt x="10106" y="775"/>
                      <a:pt x="10106" y="942"/>
                    </a:cubicBezTo>
                    <a:lnTo>
                      <a:pt x="10106" y="4102"/>
                    </a:lnTo>
                    <a:cubicBezTo>
                      <a:pt x="10106" y="4290"/>
                      <a:pt x="9960" y="4416"/>
                      <a:pt x="9793" y="4416"/>
                    </a:cubicBezTo>
                    <a:lnTo>
                      <a:pt x="9479" y="4416"/>
                    </a:lnTo>
                    <a:lnTo>
                      <a:pt x="9479" y="6948"/>
                    </a:lnTo>
                    <a:lnTo>
                      <a:pt x="7575" y="6948"/>
                    </a:lnTo>
                    <a:lnTo>
                      <a:pt x="7575" y="4416"/>
                    </a:lnTo>
                    <a:lnTo>
                      <a:pt x="7261" y="4416"/>
                    </a:lnTo>
                    <a:cubicBezTo>
                      <a:pt x="6842" y="4416"/>
                      <a:pt x="6487" y="4165"/>
                      <a:pt x="6361" y="3788"/>
                    </a:cubicBezTo>
                    <a:lnTo>
                      <a:pt x="7575" y="3788"/>
                    </a:lnTo>
                    <a:lnTo>
                      <a:pt x="7575" y="942"/>
                    </a:lnTo>
                    <a:cubicBezTo>
                      <a:pt x="7575" y="775"/>
                      <a:pt x="7700" y="629"/>
                      <a:pt x="7868" y="629"/>
                    </a:cubicBezTo>
                    <a:close/>
                    <a:moveTo>
                      <a:pt x="3160" y="3809"/>
                    </a:moveTo>
                    <a:lnTo>
                      <a:pt x="3160" y="6320"/>
                    </a:lnTo>
                    <a:lnTo>
                      <a:pt x="3474" y="6320"/>
                    </a:lnTo>
                    <a:cubicBezTo>
                      <a:pt x="3892" y="6320"/>
                      <a:pt x="4227" y="6571"/>
                      <a:pt x="4373" y="6948"/>
                    </a:cubicBezTo>
                    <a:lnTo>
                      <a:pt x="3160" y="6948"/>
                    </a:lnTo>
                    <a:lnTo>
                      <a:pt x="3160" y="9793"/>
                    </a:lnTo>
                    <a:cubicBezTo>
                      <a:pt x="3160" y="9961"/>
                      <a:pt x="3034" y="10107"/>
                      <a:pt x="2846" y="10107"/>
                    </a:cubicBezTo>
                    <a:lnTo>
                      <a:pt x="942" y="10107"/>
                    </a:lnTo>
                    <a:cubicBezTo>
                      <a:pt x="774" y="10107"/>
                      <a:pt x="628" y="9961"/>
                      <a:pt x="628" y="9793"/>
                    </a:cubicBezTo>
                    <a:lnTo>
                      <a:pt x="628" y="6634"/>
                    </a:lnTo>
                    <a:cubicBezTo>
                      <a:pt x="628" y="6445"/>
                      <a:pt x="774" y="6320"/>
                      <a:pt x="942" y="6320"/>
                    </a:cubicBezTo>
                    <a:lnTo>
                      <a:pt x="1256" y="6320"/>
                    </a:lnTo>
                    <a:lnTo>
                      <a:pt x="1256" y="3809"/>
                    </a:lnTo>
                    <a:close/>
                    <a:moveTo>
                      <a:pt x="6947" y="6362"/>
                    </a:moveTo>
                    <a:lnTo>
                      <a:pt x="6947" y="7575"/>
                    </a:lnTo>
                    <a:lnTo>
                      <a:pt x="9793" y="7575"/>
                    </a:lnTo>
                    <a:cubicBezTo>
                      <a:pt x="9960" y="7575"/>
                      <a:pt x="10106" y="7701"/>
                      <a:pt x="10106" y="7889"/>
                    </a:cubicBezTo>
                    <a:lnTo>
                      <a:pt x="10106" y="9793"/>
                    </a:lnTo>
                    <a:cubicBezTo>
                      <a:pt x="10106" y="9961"/>
                      <a:pt x="9960" y="10107"/>
                      <a:pt x="9793" y="10107"/>
                    </a:cubicBezTo>
                    <a:lnTo>
                      <a:pt x="6633" y="10107"/>
                    </a:lnTo>
                    <a:cubicBezTo>
                      <a:pt x="6445" y="10107"/>
                      <a:pt x="6319" y="9961"/>
                      <a:pt x="6319" y="9793"/>
                    </a:cubicBezTo>
                    <a:lnTo>
                      <a:pt x="6319" y="9479"/>
                    </a:lnTo>
                    <a:lnTo>
                      <a:pt x="3787" y="9479"/>
                    </a:lnTo>
                    <a:lnTo>
                      <a:pt x="3787" y="7575"/>
                    </a:lnTo>
                    <a:lnTo>
                      <a:pt x="6319" y="7575"/>
                    </a:lnTo>
                    <a:lnTo>
                      <a:pt x="6319" y="7261"/>
                    </a:lnTo>
                    <a:cubicBezTo>
                      <a:pt x="6319" y="6843"/>
                      <a:pt x="6570" y="6487"/>
                      <a:pt x="6947" y="6362"/>
                    </a:cubicBezTo>
                    <a:close/>
                    <a:moveTo>
                      <a:pt x="942" y="1"/>
                    </a:moveTo>
                    <a:cubicBezTo>
                      <a:pt x="419" y="1"/>
                      <a:pt x="0" y="440"/>
                      <a:pt x="0" y="942"/>
                    </a:cubicBezTo>
                    <a:lnTo>
                      <a:pt x="0" y="2847"/>
                    </a:lnTo>
                    <a:cubicBezTo>
                      <a:pt x="0" y="3265"/>
                      <a:pt x="272" y="3621"/>
                      <a:pt x="628" y="3746"/>
                    </a:cubicBezTo>
                    <a:lnTo>
                      <a:pt x="628" y="5734"/>
                    </a:lnTo>
                    <a:cubicBezTo>
                      <a:pt x="272" y="5860"/>
                      <a:pt x="0" y="6215"/>
                      <a:pt x="0" y="6634"/>
                    </a:cubicBezTo>
                    <a:lnTo>
                      <a:pt x="0" y="9793"/>
                    </a:lnTo>
                    <a:cubicBezTo>
                      <a:pt x="0" y="10316"/>
                      <a:pt x="419" y="10735"/>
                      <a:pt x="942" y="10735"/>
                    </a:cubicBezTo>
                    <a:lnTo>
                      <a:pt x="2846" y="10735"/>
                    </a:lnTo>
                    <a:cubicBezTo>
                      <a:pt x="3264" y="10735"/>
                      <a:pt x="3620" y="10463"/>
                      <a:pt x="3746" y="10107"/>
                    </a:cubicBezTo>
                    <a:lnTo>
                      <a:pt x="5733" y="10107"/>
                    </a:lnTo>
                    <a:cubicBezTo>
                      <a:pt x="5859" y="10463"/>
                      <a:pt x="6215" y="10735"/>
                      <a:pt x="6633" y="10735"/>
                    </a:cubicBezTo>
                    <a:lnTo>
                      <a:pt x="9793" y="10735"/>
                    </a:lnTo>
                    <a:cubicBezTo>
                      <a:pt x="10316" y="10735"/>
                      <a:pt x="10734" y="10316"/>
                      <a:pt x="10734" y="9793"/>
                    </a:cubicBezTo>
                    <a:lnTo>
                      <a:pt x="10734" y="7889"/>
                    </a:lnTo>
                    <a:cubicBezTo>
                      <a:pt x="10734" y="7471"/>
                      <a:pt x="10462" y="7115"/>
                      <a:pt x="10106" y="6989"/>
                    </a:cubicBezTo>
                    <a:lnTo>
                      <a:pt x="10106" y="5002"/>
                    </a:lnTo>
                    <a:cubicBezTo>
                      <a:pt x="10462" y="4876"/>
                      <a:pt x="10734" y="4520"/>
                      <a:pt x="10734" y="4102"/>
                    </a:cubicBezTo>
                    <a:lnTo>
                      <a:pt x="10734" y="942"/>
                    </a:lnTo>
                    <a:cubicBezTo>
                      <a:pt x="10734" y="419"/>
                      <a:pt x="10295" y="1"/>
                      <a:pt x="9793" y="1"/>
                    </a:cubicBezTo>
                    <a:lnTo>
                      <a:pt x="7888" y="1"/>
                    </a:lnTo>
                    <a:cubicBezTo>
                      <a:pt x="7470" y="1"/>
                      <a:pt x="7114" y="273"/>
                      <a:pt x="6989" y="629"/>
                    </a:cubicBezTo>
                    <a:lnTo>
                      <a:pt x="5001" y="629"/>
                    </a:lnTo>
                    <a:cubicBezTo>
                      <a:pt x="4875" y="273"/>
                      <a:pt x="4520" y="1"/>
                      <a:pt x="41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7" name="Google Shape;1117;p54"/>
          <p:cNvGrpSpPr/>
          <p:nvPr/>
        </p:nvGrpSpPr>
        <p:grpSpPr>
          <a:xfrm>
            <a:off x="3737057" y="2265940"/>
            <a:ext cx="494183" cy="2872910"/>
            <a:chOff x="3737057" y="2265940"/>
            <a:chExt cx="494183" cy="2872910"/>
          </a:xfrm>
        </p:grpSpPr>
        <p:cxnSp>
          <p:nvCxnSpPr>
            <p:cNvPr id="1118" name="Google Shape;1118;p54"/>
            <p:cNvCxnSpPr/>
            <p:nvPr/>
          </p:nvCxnSpPr>
          <p:spPr>
            <a:xfrm>
              <a:off x="3983775" y="2603850"/>
              <a:ext cx="0" cy="2535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19" name="Google Shape;1119;p54"/>
            <p:cNvGrpSpPr/>
            <p:nvPr/>
          </p:nvGrpSpPr>
          <p:grpSpPr>
            <a:xfrm>
              <a:off x="3744297" y="3431440"/>
              <a:ext cx="478956" cy="473661"/>
              <a:chOff x="1139550" y="2792340"/>
              <a:chExt cx="433758" cy="428963"/>
            </a:xfrm>
          </p:grpSpPr>
          <p:sp>
            <p:nvSpPr>
              <p:cNvPr id="1120" name="Google Shape;1120;p54"/>
              <p:cNvSpPr/>
              <p:nvPr/>
            </p:nvSpPr>
            <p:spPr>
              <a:xfrm>
                <a:off x="1139550" y="2937802"/>
                <a:ext cx="369000" cy="283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54"/>
              <p:cNvSpPr/>
              <p:nvPr/>
            </p:nvSpPr>
            <p:spPr>
              <a:xfrm>
                <a:off x="1313226" y="2968588"/>
                <a:ext cx="126777" cy="127601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3160" extrusionOk="0">
                    <a:moveTo>
                      <a:pt x="1256" y="0"/>
                    </a:moveTo>
                    <a:lnTo>
                      <a:pt x="1256" y="1255"/>
                    </a:lnTo>
                    <a:lnTo>
                      <a:pt x="1" y="1255"/>
                    </a:lnTo>
                    <a:lnTo>
                      <a:pt x="1" y="1883"/>
                    </a:lnTo>
                    <a:lnTo>
                      <a:pt x="1256" y="1883"/>
                    </a:lnTo>
                    <a:lnTo>
                      <a:pt x="1256" y="3159"/>
                    </a:lnTo>
                    <a:lnTo>
                      <a:pt x="1884" y="3159"/>
                    </a:lnTo>
                    <a:lnTo>
                      <a:pt x="1884" y="1883"/>
                    </a:lnTo>
                    <a:lnTo>
                      <a:pt x="3139" y="1883"/>
                    </a:lnTo>
                    <a:lnTo>
                      <a:pt x="3139" y="1255"/>
                    </a:lnTo>
                    <a:lnTo>
                      <a:pt x="1884" y="1255"/>
                    </a:lnTo>
                    <a:lnTo>
                      <a:pt x="188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54"/>
              <p:cNvSpPr/>
              <p:nvPr/>
            </p:nvSpPr>
            <p:spPr>
              <a:xfrm>
                <a:off x="1183574" y="2792340"/>
                <a:ext cx="389734" cy="388972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10714" extrusionOk="0">
                    <a:moveTo>
                      <a:pt x="10086" y="1276"/>
                    </a:moveTo>
                    <a:lnTo>
                      <a:pt x="10086" y="2532"/>
                    </a:lnTo>
                    <a:lnTo>
                      <a:pt x="628" y="2532"/>
                    </a:lnTo>
                    <a:lnTo>
                      <a:pt x="628" y="1276"/>
                    </a:lnTo>
                    <a:lnTo>
                      <a:pt x="1277" y="1276"/>
                    </a:lnTo>
                    <a:lnTo>
                      <a:pt x="1277" y="1904"/>
                    </a:lnTo>
                    <a:lnTo>
                      <a:pt x="1905" y="1904"/>
                    </a:lnTo>
                    <a:lnTo>
                      <a:pt x="1905" y="1276"/>
                    </a:lnTo>
                    <a:lnTo>
                      <a:pt x="2532" y="1276"/>
                    </a:lnTo>
                    <a:lnTo>
                      <a:pt x="2532" y="1904"/>
                    </a:lnTo>
                    <a:lnTo>
                      <a:pt x="3160" y="1904"/>
                    </a:lnTo>
                    <a:lnTo>
                      <a:pt x="3160" y="1276"/>
                    </a:lnTo>
                    <a:lnTo>
                      <a:pt x="3788" y="1276"/>
                    </a:lnTo>
                    <a:lnTo>
                      <a:pt x="3788" y="1904"/>
                    </a:lnTo>
                    <a:lnTo>
                      <a:pt x="4415" y="1904"/>
                    </a:lnTo>
                    <a:lnTo>
                      <a:pt x="4415" y="1276"/>
                    </a:lnTo>
                    <a:lnTo>
                      <a:pt x="5043" y="1276"/>
                    </a:lnTo>
                    <a:lnTo>
                      <a:pt x="5043" y="1904"/>
                    </a:lnTo>
                    <a:lnTo>
                      <a:pt x="5671" y="1904"/>
                    </a:lnTo>
                    <a:lnTo>
                      <a:pt x="5671" y="1276"/>
                    </a:lnTo>
                    <a:lnTo>
                      <a:pt x="6299" y="1276"/>
                    </a:lnTo>
                    <a:lnTo>
                      <a:pt x="6299" y="1904"/>
                    </a:lnTo>
                    <a:lnTo>
                      <a:pt x="6926" y="1904"/>
                    </a:lnTo>
                    <a:lnTo>
                      <a:pt x="6926" y="1276"/>
                    </a:lnTo>
                    <a:lnTo>
                      <a:pt x="7554" y="1276"/>
                    </a:lnTo>
                    <a:lnTo>
                      <a:pt x="7554" y="1904"/>
                    </a:lnTo>
                    <a:lnTo>
                      <a:pt x="8182" y="1904"/>
                    </a:lnTo>
                    <a:lnTo>
                      <a:pt x="8182" y="1276"/>
                    </a:lnTo>
                    <a:lnTo>
                      <a:pt x="8809" y="1276"/>
                    </a:lnTo>
                    <a:lnTo>
                      <a:pt x="8809" y="1904"/>
                    </a:lnTo>
                    <a:lnTo>
                      <a:pt x="9437" y="1904"/>
                    </a:lnTo>
                    <a:lnTo>
                      <a:pt x="9437" y="1276"/>
                    </a:lnTo>
                    <a:close/>
                    <a:moveTo>
                      <a:pt x="10086" y="3160"/>
                    </a:moveTo>
                    <a:lnTo>
                      <a:pt x="10086" y="10085"/>
                    </a:lnTo>
                    <a:lnTo>
                      <a:pt x="628" y="10085"/>
                    </a:lnTo>
                    <a:lnTo>
                      <a:pt x="628" y="3160"/>
                    </a:lnTo>
                    <a:close/>
                    <a:moveTo>
                      <a:pt x="1277" y="0"/>
                    </a:moveTo>
                    <a:lnTo>
                      <a:pt x="1277" y="649"/>
                    </a:lnTo>
                    <a:lnTo>
                      <a:pt x="1" y="649"/>
                    </a:lnTo>
                    <a:lnTo>
                      <a:pt x="1" y="10713"/>
                    </a:lnTo>
                    <a:lnTo>
                      <a:pt x="10734" y="10713"/>
                    </a:lnTo>
                    <a:lnTo>
                      <a:pt x="10734" y="649"/>
                    </a:lnTo>
                    <a:lnTo>
                      <a:pt x="9437" y="649"/>
                    </a:lnTo>
                    <a:lnTo>
                      <a:pt x="9437" y="0"/>
                    </a:lnTo>
                    <a:lnTo>
                      <a:pt x="8809" y="0"/>
                    </a:lnTo>
                    <a:lnTo>
                      <a:pt x="8809" y="649"/>
                    </a:lnTo>
                    <a:lnTo>
                      <a:pt x="8182" y="649"/>
                    </a:lnTo>
                    <a:lnTo>
                      <a:pt x="8182" y="0"/>
                    </a:lnTo>
                    <a:lnTo>
                      <a:pt x="7554" y="0"/>
                    </a:lnTo>
                    <a:lnTo>
                      <a:pt x="7554" y="649"/>
                    </a:lnTo>
                    <a:lnTo>
                      <a:pt x="6926" y="649"/>
                    </a:lnTo>
                    <a:lnTo>
                      <a:pt x="6926" y="0"/>
                    </a:lnTo>
                    <a:lnTo>
                      <a:pt x="6299" y="0"/>
                    </a:lnTo>
                    <a:lnTo>
                      <a:pt x="6299" y="649"/>
                    </a:lnTo>
                    <a:lnTo>
                      <a:pt x="5671" y="649"/>
                    </a:lnTo>
                    <a:lnTo>
                      <a:pt x="5671" y="0"/>
                    </a:lnTo>
                    <a:lnTo>
                      <a:pt x="5043" y="0"/>
                    </a:lnTo>
                    <a:lnTo>
                      <a:pt x="5043" y="649"/>
                    </a:lnTo>
                    <a:lnTo>
                      <a:pt x="4415" y="649"/>
                    </a:lnTo>
                    <a:lnTo>
                      <a:pt x="4415" y="0"/>
                    </a:lnTo>
                    <a:lnTo>
                      <a:pt x="3788" y="0"/>
                    </a:lnTo>
                    <a:lnTo>
                      <a:pt x="3788" y="649"/>
                    </a:lnTo>
                    <a:lnTo>
                      <a:pt x="3160" y="649"/>
                    </a:lnTo>
                    <a:lnTo>
                      <a:pt x="3160" y="0"/>
                    </a:lnTo>
                    <a:lnTo>
                      <a:pt x="2532" y="0"/>
                    </a:lnTo>
                    <a:lnTo>
                      <a:pt x="2532" y="649"/>
                    </a:lnTo>
                    <a:lnTo>
                      <a:pt x="1905" y="649"/>
                    </a:lnTo>
                    <a:lnTo>
                      <a:pt x="190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54"/>
              <p:cNvSpPr/>
              <p:nvPr/>
            </p:nvSpPr>
            <p:spPr>
              <a:xfrm>
                <a:off x="1298301" y="2952631"/>
                <a:ext cx="160287" cy="159524"/>
              </a:xfrm>
              <a:custGeom>
                <a:avLst/>
                <a:gdLst/>
                <a:ahLst/>
                <a:cxnLst/>
                <a:rect l="l" t="t" r="r" b="b"/>
                <a:pathLst>
                  <a:path w="4415" h="4394" extrusionOk="0">
                    <a:moveTo>
                      <a:pt x="2511" y="628"/>
                    </a:moveTo>
                    <a:lnTo>
                      <a:pt x="2511" y="1883"/>
                    </a:lnTo>
                    <a:lnTo>
                      <a:pt x="3787" y="1883"/>
                    </a:lnTo>
                    <a:lnTo>
                      <a:pt x="3787" y="2511"/>
                    </a:lnTo>
                    <a:lnTo>
                      <a:pt x="2511" y="2511"/>
                    </a:lnTo>
                    <a:lnTo>
                      <a:pt x="2511" y="3766"/>
                    </a:lnTo>
                    <a:lnTo>
                      <a:pt x="1883" y="3766"/>
                    </a:lnTo>
                    <a:lnTo>
                      <a:pt x="1883" y="2511"/>
                    </a:lnTo>
                    <a:lnTo>
                      <a:pt x="628" y="2511"/>
                    </a:lnTo>
                    <a:lnTo>
                      <a:pt x="628" y="1883"/>
                    </a:lnTo>
                    <a:lnTo>
                      <a:pt x="1883" y="1883"/>
                    </a:lnTo>
                    <a:lnTo>
                      <a:pt x="1883" y="628"/>
                    </a:lnTo>
                    <a:close/>
                    <a:moveTo>
                      <a:pt x="1255" y="0"/>
                    </a:moveTo>
                    <a:lnTo>
                      <a:pt x="1255" y="1255"/>
                    </a:lnTo>
                    <a:lnTo>
                      <a:pt x="0" y="1255"/>
                    </a:lnTo>
                    <a:lnTo>
                      <a:pt x="0" y="3139"/>
                    </a:lnTo>
                    <a:lnTo>
                      <a:pt x="1255" y="3139"/>
                    </a:lnTo>
                    <a:lnTo>
                      <a:pt x="1255" y="4394"/>
                    </a:lnTo>
                    <a:lnTo>
                      <a:pt x="3139" y="4394"/>
                    </a:lnTo>
                    <a:lnTo>
                      <a:pt x="3139" y="3139"/>
                    </a:lnTo>
                    <a:lnTo>
                      <a:pt x="4415" y="3139"/>
                    </a:lnTo>
                    <a:lnTo>
                      <a:pt x="4415" y="1255"/>
                    </a:lnTo>
                    <a:lnTo>
                      <a:pt x="3139" y="1255"/>
                    </a:lnTo>
                    <a:lnTo>
                      <a:pt x="31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4" name="Google Shape;1124;p54"/>
            <p:cNvGrpSpPr/>
            <p:nvPr/>
          </p:nvGrpSpPr>
          <p:grpSpPr>
            <a:xfrm>
              <a:off x="3737057" y="2265940"/>
              <a:ext cx="494183" cy="551557"/>
              <a:chOff x="4768650" y="2781702"/>
              <a:chExt cx="389734" cy="435050"/>
            </a:xfrm>
          </p:grpSpPr>
          <p:grpSp>
            <p:nvGrpSpPr>
              <p:cNvPr id="1125" name="Google Shape;1125;p54"/>
              <p:cNvGrpSpPr/>
              <p:nvPr/>
            </p:nvGrpSpPr>
            <p:grpSpPr>
              <a:xfrm>
                <a:off x="4778589" y="2891447"/>
                <a:ext cx="288699" cy="325305"/>
                <a:chOff x="5003991" y="2903665"/>
                <a:chExt cx="251502" cy="283416"/>
              </a:xfrm>
            </p:grpSpPr>
            <p:sp>
              <p:nvSpPr>
                <p:cNvPr id="1126" name="Google Shape;1126;p54"/>
                <p:cNvSpPr/>
                <p:nvPr/>
              </p:nvSpPr>
              <p:spPr>
                <a:xfrm>
                  <a:off x="5003991" y="2903665"/>
                  <a:ext cx="251502" cy="283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7806" extrusionOk="0">
                      <a:moveTo>
                        <a:pt x="3453" y="1821"/>
                      </a:moveTo>
                      <a:lnTo>
                        <a:pt x="4813" y="4165"/>
                      </a:lnTo>
                      <a:cubicBezTo>
                        <a:pt x="4959" y="4395"/>
                        <a:pt x="5022" y="4667"/>
                        <a:pt x="5022" y="4960"/>
                      </a:cubicBezTo>
                      <a:cubicBezTo>
                        <a:pt x="5022" y="5818"/>
                        <a:pt x="4332" y="6529"/>
                        <a:pt x="3453" y="6529"/>
                      </a:cubicBezTo>
                      <a:cubicBezTo>
                        <a:pt x="2595" y="6529"/>
                        <a:pt x="1884" y="5818"/>
                        <a:pt x="1884" y="4960"/>
                      </a:cubicBezTo>
                      <a:cubicBezTo>
                        <a:pt x="1884" y="4667"/>
                        <a:pt x="1967" y="4395"/>
                        <a:pt x="2093" y="4165"/>
                      </a:cubicBezTo>
                      <a:lnTo>
                        <a:pt x="3453" y="1821"/>
                      </a:lnTo>
                      <a:close/>
                      <a:moveTo>
                        <a:pt x="3474" y="1"/>
                      </a:moveTo>
                      <a:lnTo>
                        <a:pt x="1" y="3453"/>
                      </a:lnTo>
                      <a:lnTo>
                        <a:pt x="1" y="7805"/>
                      </a:lnTo>
                      <a:lnTo>
                        <a:pt x="6926" y="7805"/>
                      </a:lnTo>
                      <a:lnTo>
                        <a:pt x="6926" y="3453"/>
                      </a:lnTo>
                      <a:lnTo>
                        <a:pt x="3474" y="1"/>
                      </a:lnTo>
                      <a:close/>
                    </a:path>
                  </a:pathLst>
                </a:custGeom>
                <a:solidFill>
                  <a:srgbClr val="B2090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7" name="Google Shape;1127;p54"/>
                <p:cNvSpPr/>
                <p:nvPr/>
              </p:nvSpPr>
              <p:spPr>
                <a:xfrm>
                  <a:off x="5032525" y="2936075"/>
                  <a:ext cx="209550" cy="23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" h="9240" extrusionOk="0">
                      <a:moveTo>
                        <a:pt x="4191" y="0"/>
                      </a:moveTo>
                      <a:lnTo>
                        <a:pt x="0" y="4668"/>
                      </a:lnTo>
                      <a:lnTo>
                        <a:pt x="667" y="9144"/>
                      </a:lnTo>
                      <a:lnTo>
                        <a:pt x="5049" y="9240"/>
                      </a:lnTo>
                      <a:lnTo>
                        <a:pt x="8382" y="5906"/>
                      </a:lnTo>
                      <a:lnTo>
                        <a:pt x="6573" y="295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</p:grpSp>
          <p:sp>
            <p:nvSpPr>
              <p:cNvPr id="1128" name="Google Shape;1128;p54"/>
              <p:cNvSpPr/>
              <p:nvPr/>
            </p:nvSpPr>
            <p:spPr>
              <a:xfrm>
                <a:off x="4921163" y="2958199"/>
                <a:ext cx="88656" cy="132902"/>
              </a:xfrm>
              <a:custGeom>
                <a:avLst/>
                <a:gdLst/>
                <a:ahLst/>
                <a:cxnLst/>
                <a:rect l="l" t="t" r="r" b="b"/>
                <a:pathLst>
                  <a:path w="1884" h="2825" extrusionOk="0">
                    <a:moveTo>
                      <a:pt x="942" y="0"/>
                    </a:moveTo>
                    <a:lnTo>
                      <a:pt x="126" y="1423"/>
                    </a:lnTo>
                    <a:cubicBezTo>
                      <a:pt x="42" y="1570"/>
                      <a:pt x="0" y="1716"/>
                      <a:pt x="0" y="1883"/>
                    </a:cubicBezTo>
                    <a:cubicBezTo>
                      <a:pt x="0" y="2407"/>
                      <a:pt x="440" y="2825"/>
                      <a:pt x="942" y="2825"/>
                    </a:cubicBezTo>
                    <a:cubicBezTo>
                      <a:pt x="1465" y="2825"/>
                      <a:pt x="1884" y="2407"/>
                      <a:pt x="1884" y="1883"/>
                    </a:cubicBezTo>
                    <a:cubicBezTo>
                      <a:pt x="1884" y="1716"/>
                      <a:pt x="1842" y="1570"/>
                      <a:pt x="1758" y="1423"/>
                    </a:cubicBezTo>
                    <a:lnTo>
                      <a:pt x="9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54"/>
              <p:cNvSpPr/>
              <p:nvPr/>
            </p:nvSpPr>
            <p:spPr>
              <a:xfrm>
                <a:off x="4768650" y="2781702"/>
                <a:ext cx="389734" cy="388972"/>
              </a:xfrm>
              <a:custGeom>
                <a:avLst/>
                <a:gdLst/>
                <a:ahLst/>
                <a:cxnLst/>
                <a:rect l="l" t="t" r="r" b="b"/>
                <a:pathLst>
                  <a:path w="10735" h="10714" extrusionOk="0">
                    <a:moveTo>
                      <a:pt x="5503" y="628"/>
                    </a:moveTo>
                    <a:lnTo>
                      <a:pt x="9855" y="5043"/>
                    </a:lnTo>
                    <a:lnTo>
                      <a:pt x="9437" y="5482"/>
                    </a:lnTo>
                    <a:lnTo>
                      <a:pt x="5357" y="1402"/>
                    </a:lnTo>
                    <a:lnTo>
                      <a:pt x="1298" y="5482"/>
                    </a:lnTo>
                    <a:lnTo>
                      <a:pt x="879" y="5043"/>
                    </a:lnTo>
                    <a:lnTo>
                      <a:pt x="5231" y="628"/>
                    </a:lnTo>
                    <a:close/>
                    <a:moveTo>
                      <a:pt x="5357" y="2302"/>
                    </a:moveTo>
                    <a:lnTo>
                      <a:pt x="8809" y="5754"/>
                    </a:lnTo>
                    <a:lnTo>
                      <a:pt x="8809" y="10085"/>
                    </a:lnTo>
                    <a:lnTo>
                      <a:pt x="1905" y="10085"/>
                    </a:lnTo>
                    <a:lnTo>
                      <a:pt x="1905" y="5754"/>
                    </a:lnTo>
                    <a:lnTo>
                      <a:pt x="5357" y="2302"/>
                    </a:lnTo>
                    <a:close/>
                    <a:moveTo>
                      <a:pt x="4980" y="0"/>
                    </a:moveTo>
                    <a:lnTo>
                      <a:pt x="0" y="5043"/>
                    </a:lnTo>
                    <a:lnTo>
                      <a:pt x="1277" y="6382"/>
                    </a:lnTo>
                    <a:lnTo>
                      <a:pt x="1277" y="10713"/>
                    </a:lnTo>
                    <a:lnTo>
                      <a:pt x="9437" y="10713"/>
                    </a:lnTo>
                    <a:lnTo>
                      <a:pt x="9437" y="6382"/>
                    </a:lnTo>
                    <a:lnTo>
                      <a:pt x="9458" y="6382"/>
                    </a:lnTo>
                    <a:lnTo>
                      <a:pt x="10734" y="5043"/>
                    </a:lnTo>
                    <a:lnTo>
                      <a:pt x="57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54"/>
              <p:cNvSpPr/>
              <p:nvPr/>
            </p:nvSpPr>
            <p:spPr>
              <a:xfrm>
                <a:off x="4906141" y="2930593"/>
                <a:ext cx="113998" cy="170960"/>
              </a:xfrm>
              <a:custGeom>
                <a:avLst/>
                <a:gdLst/>
                <a:ahLst/>
                <a:cxnLst/>
                <a:rect l="l" t="t" r="r" b="b"/>
                <a:pathLst>
                  <a:path w="3140" h="4709" extrusionOk="0">
                    <a:moveTo>
                      <a:pt x="1570" y="1256"/>
                    </a:moveTo>
                    <a:lnTo>
                      <a:pt x="2386" y="2678"/>
                    </a:lnTo>
                    <a:cubicBezTo>
                      <a:pt x="2470" y="2804"/>
                      <a:pt x="2511" y="2971"/>
                      <a:pt x="2511" y="3139"/>
                    </a:cubicBezTo>
                    <a:cubicBezTo>
                      <a:pt x="2511" y="3662"/>
                      <a:pt x="2093" y="4080"/>
                      <a:pt x="1570" y="4080"/>
                    </a:cubicBezTo>
                    <a:cubicBezTo>
                      <a:pt x="1068" y="4080"/>
                      <a:pt x="628" y="3662"/>
                      <a:pt x="628" y="3139"/>
                    </a:cubicBezTo>
                    <a:cubicBezTo>
                      <a:pt x="628" y="2971"/>
                      <a:pt x="691" y="2825"/>
                      <a:pt x="754" y="2678"/>
                    </a:cubicBezTo>
                    <a:lnTo>
                      <a:pt x="1570" y="1256"/>
                    </a:lnTo>
                    <a:close/>
                    <a:moveTo>
                      <a:pt x="1570" y="0"/>
                    </a:moveTo>
                    <a:lnTo>
                      <a:pt x="210" y="2365"/>
                    </a:lnTo>
                    <a:cubicBezTo>
                      <a:pt x="84" y="2595"/>
                      <a:pt x="1" y="2867"/>
                      <a:pt x="1" y="3139"/>
                    </a:cubicBezTo>
                    <a:cubicBezTo>
                      <a:pt x="1" y="4018"/>
                      <a:pt x="712" y="4708"/>
                      <a:pt x="1570" y="4708"/>
                    </a:cubicBezTo>
                    <a:cubicBezTo>
                      <a:pt x="2449" y="4708"/>
                      <a:pt x="3139" y="4018"/>
                      <a:pt x="3139" y="3139"/>
                    </a:cubicBezTo>
                    <a:cubicBezTo>
                      <a:pt x="3139" y="2867"/>
                      <a:pt x="3076" y="2595"/>
                      <a:pt x="2930" y="2365"/>
                    </a:cubicBezTo>
                    <a:lnTo>
                      <a:pt x="15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50"/>
          <p:cNvSpPr/>
          <p:nvPr/>
        </p:nvSpPr>
        <p:spPr>
          <a:xfrm>
            <a:off x="1436914" y="1518558"/>
            <a:ext cx="326572" cy="22370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50"/>
          <p:cNvSpPr txBox="1">
            <a:spLocks noGrp="1"/>
          </p:cNvSpPr>
          <p:nvPr>
            <p:ph type="title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u="none" dirty="0"/>
              <a:t>Limitations</a:t>
            </a:r>
            <a:endParaRPr sz="6000" u="none" dirty="0"/>
          </a:p>
        </p:txBody>
      </p:sp>
      <p:sp>
        <p:nvSpPr>
          <p:cNvPr id="996" name="TextBox 995"/>
          <p:cNvSpPr txBox="1"/>
          <p:nvPr/>
        </p:nvSpPr>
        <p:spPr>
          <a:xfrm>
            <a:off x="1436914" y="1518558"/>
            <a:ext cx="640764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400"/>
              </a:spcAft>
              <a:buFont typeface="Arial"/>
              <a:buChar char="•"/>
            </a:pPr>
            <a:r>
              <a:rPr sz="2000" b="1" dirty="0">
                <a:solidFill>
                  <a:srgbClr val="333333"/>
                </a:solidFill>
                <a:latin typeface="Karla"/>
              </a:rPr>
              <a:t>No Backend - </a:t>
            </a:r>
            <a:r>
              <a:rPr sz="2000" dirty="0">
                <a:solidFill>
                  <a:srgbClr val="555555"/>
                </a:solidFill>
                <a:latin typeface="Karla"/>
              </a:rPr>
              <a:t>data is stored only in the browser's </a:t>
            </a:r>
            <a:r>
              <a:rPr sz="2000" dirty="0" err="1">
                <a:solidFill>
                  <a:srgbClr val="555555"/>
                </a:solidFill>
                <a:latin typeface="Karla"/>
              </a:rPr>
              <a:t>localStorage</a:t>
            </a:r>
            <a:r>
              <a:rPr sz="2000" dirty="0">
                <a:solidFill>
                  <a:srgbClr val="555555"/>
                </a:solidFill>
                <a:latin typeface="Karla"/>
              </a:rPr>
              <a:t>.</a:t>
            </a:r>
          </a:p>
          <a:p>
            <a:pPr marL="285750" indent="-285750">
              <a:spcAft>
                <a:spcPts val="1400"/>
              </a:spcAft>
              <a:buFont typeface="Arial"/>
              <a:buChar char="•"/>
            </a:pPr>
            <a:r>
              <a:rPr sz="2000" b="1" dirty="0">
                <a:solidFill>
                  <a:srgbClr val="333333"/>
                </a:solidFill>
                <a:latin typeface="Karla"/>
              </a:rPr>
              <a:t>No Verification - </a:t>
            </a:r>
            <a:r>
              <a:rPr sz="2000" dirty="0">
                <a:solidFill>
                  <a:srgbClr val="555555"/>
                </a:solidFill>
                <a:latin typeface="Karla"/>
              </a:rPr>
              <a:t>donor eligibility and blood group are not verified.</a:t>
            </a:r>
          </a:p>
          <a:p>
            <a:pPr marL="285750" indent="-285750">
              <a:spcAft>
                <a:spcPts val="1400"/>
              </a:spcAft>
              <a:buFont typeface="Arial"/>
              <a:buChar char="•"/>
            </a:pPr>
            <a:r>
              <a:rPr sz="2000" b="1" dirty="0">
                <a:solidFill>
                  <a:srgbClr val="333333"/>
                </a:solidFill>
                <a:latin typeface="Karla"/>
              </a:rPr>
              <a:t>Manual Contact - </a:t>
            </a:r>
            <a:r>
              <a:rPr sz="2000" dirty="0">
                <a:solidFill>
                  <a:srgbClr val="555555"/>
                </a:solidFill>
                <a:latin typeface="Karla"/>
              </a:rPr>
              <a:t>matching happens through the user's own phone call.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46"/>
          <p:cNvSpPr txBox="1">
            <a:spLocks noGrp="1"/>
          </p:cNvSpPr>
          <p:nvPr>
            <p:ph type="title"/>
          </p:nvPr>
        </p:nvSpPr>
        <p:spPr>
          <a:xfrm>
            <a:off x="713232" y="365760"/>
            <a:ext cx="77175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u="none" dirty="0"/>
              <a:t>Future Improvements</a:t>
            </a:r>
            <a:endParaRPr sz="6000" u="none" dirty="0"/>
          </a:p>
        </p:txBody>
      </p:sp>
      <p:sp>
        <p:nvSpPr>
          <p:cNvPr id="860" name="Google Shape;860;p46"/>
          <p:cNvSpPr txBox="1">
            <a:spLocks noGrp="1"/>
          </p:cNvSpPr>
          <p:nvPr>
            <p:ph type="subTitle" idx="4294967295"/>
          </p:nvPr>
        </p:nvSpPr>
        <p:spPr>
          <a:xfrm>
            <a:off x="841983" y="3453520"/>
            <a:ext cx="1549500" cy="8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Mobile app with push notifications</a:t>
            </a:r>
            <a:endParaRPr sz="1400"/>
          </a:p>
        </p:txBody>
      </p:sp>
      <p:sp>
        <p:nvSpPr>
          <p:cNvPr id="861" name="Google Shape;861;p46"/>
          <p:cNvSpPr txBox="1">
            <a:spLocks noGrp="1"/>
          </p:cNvSpPr>
          <p:nvPr>
            <p:ph type="subTitle" idx="4294967295"/>
          </p:nvPr>
        </p:nvSpPr>
        <p:spPr>
          <a:xfrm>
            <a:off x="2815933" y="3453520"/>
            <a:ext cx="1549500" cy="8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Real database and server backend</a:t>
            </a:r>
            <a:endParaRPr sz="1400"/>
          </a:p>
        </p:txBody>
      </p:sp>
      <p:sp>
        <p:nvSpPr>
          <p:cNvPr id="862" name="Google Shape;862;p46"/>
          <p:cNvSpPr txBox="1">
            <a:spLocks noGrp="1"/>
          </p:cNvSpPr>
          <p:nvPr>
            <p:ph type="subTitle" idx="4294967295"/>
          </p:nvPr>
        </p:nvSpPr>
        <p:spPr>
          <a:xfrm>
            <a:off x="4789883" y="3453520"/>
            <a:ext cx="1549500" cy="8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Donor verification and hospital integration</a:t>
            </a:r>
            <a:endParaRPr sz="1400"/>
          </a:p>
        </p:txBody>
      </p:sp>
      <p:sp>
        <p:nvSpPr>
          <p:cNvPr id="863" name="Google Shape;863;p46"/>
          <p:cNvSpPr txBox="1">
            <a:spLocks noGrp="1"/>
          </p:cNvSpPr>
          <p:nvPr>
            <p:ph type="subTitle" idx="4294967295"/>
          </p:nvPr>
        </p:nvSpPr>
        <p:spPr>
          <a:xfrm>
            <a:off x="6763833" y="3453520"/>
            <a:ext cx="1549500" cy="8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Nationwide expansion and analytics</a:t>
            </a:r>
            <a:endParaRPr sz="1400"/>
          </a:p>
        </p:txBody>
      </p:sp>
      <p:sp>
        <p:nvSpPr>
          <p:cNvPr id="864" name="Google Shape;864;p46"/>
          <p:cNvSpPr txBox="1">
            <a:spLocks noGrp="1"/>
          </p:cNvSpPr>
          <p:nvPr>
            <p:ph type="title" idx="4294967295"/>
          </p:nvPr>
        </p:nvSpPr>
        <p:spPr>
          <a:xfrm>
            <a:off x="778750" y="3061654"/>
            <a:ext cx="1664700" cy="4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Phase 1</a:t>
            </a:r>
            <a:endParaRPr sz="2000"/>
          </a:p>
        </p:txBody>
      </p:sp>
      <p:sp>
        <p:nvSpPr>
          <p:cNvPr id="865" name="Google Shape;865;p46"/>
          <p:cNvSpPr txBox="1">
            <a:spLocks noGrp="1"/>
          </p:cNvSpPr>
          <p:nvPr>
            <p:ph type="title" idx="4294967295"/>
          </p:nvPr>
        </p:nvSpPr>
        <p:spPr>
          <a:xfrm>
            <a:off x="2752675" y="3061654"/>
            <a:ext cx="1664700" cy="4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Phase 2</a:t>
            </a:r>
            <a:endParaRPr sz="2000"/>
          </a:p>
        </p:txBody>
      </p:sp>
      <p:sp>
        <p:nvSpPr>
          <p:cNvPr id="866" name="Google Shape;866;p46"/>
          <p:cNvSpPr txBox="1">
            <a:spLocks noGrp="1"/>
          </p:cNvSpPr>
          <p:nvPr>
            <p:ph type="title" idx="4294967295"/>
          </p:nvPr>
        </p:nvSpPr>
        <p:spPr>
          <a:xfrm>
            <a:off x="4726600" y="3061654"/>
            <a:ext cx="1664700" cy="4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Phase 3</a:t>
            </a:r>
            <a:endParaRPr sz="2000"/>
          </a:p>
        </p:txBody>
      </p:sp>
      <p:sp>
        <p:nvSpPr>
          <p:cNvPr id="867" name="Google Shape;867;p46"/>
          <p:cNvSpPr txBox="1">
            <a:spLocks noGrp="1"/>
          </p:cNvSpPr>
          <p:nvPr>
            <p:ph type="title" idx="4294967295"/>
          </p:nvPr>
        </p:nvSpPr>
        <p:spPr>
          <a:xfrm>
            <a:off x="6700525" y="3061654"/>
            <a:ext cx="1664700" cy="4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Phase 4</a:t>
            </a:r>
            <a:endParaRPr sz="2000"/>
          </a:p>
        </p:txBody>
      </p:sp>
      <p:grpSp>
        <p:nvGrpSpPr>
          <p:cNvPr id="868" name="Google Shape;868;p46"/>
          <p:cNvGrpSpPr/>
          <p:nvPr/>
        </p:nvGrpSpPr>
        <p:grpSpPr>
          <a:xfrm>
            <a:off x="1433854" y="2054305"/>
            <a:ext cx="6285474" cy="623142"/>
            <a:chOff x="1452904" y="2293527"/>
            <a:chExt cx="6285474" cy="623142"/>
          </a:xfrm>
        </p:grpSpPr>
        <p:cxnSp>
          <p:nvCxnSpPr>
            <p:cNvPr id="869" name="Google Shape;869;p46"/>
            <p:cNvCxnSpPr/>
            <p:nvPr/>
          </p:nvCxnSpPr>
          <p:spPr>
            <a:xfrm>
              <a:off x="1603900" y="2625692"/>
              <a:ext cx="59076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70" name="Google Shape;870;p46"/>
            <p:cNvGrpSpPr/>
            <p:nvPr/>
          </p:nvGrpSpPr>
          <p:grpSpPr>
            <a:xfrm>
              <a:off x="3427129" y="2293527"/>
              <a:ext cx="362836" cy="623142"/>
              <a:chOff x="8142523" y="840353"/>
              <a:chExt cx="264980" cy="455048"/>
            </a:xfrm>
          </p:grpSpPr>
          <p:sp>
            <p:nvSpPr>
              <p:cNvPr id="871" name="Google Shape;871;p46"/>
              <p:cNvSpPr/>
              <p:nvPr/>
            </p:nvSpPr>
            <p:spPr>
              <a:xfrm>
                <a:off x="8142523" y="917791"/>
                <a:ext cx="225509" cy="377609"/>
              </a:xfrm>
              <a:custGeom>
                <a:avLst/>
                <a:gdLst/>
                <a:ahLst/>
                <a:cxnLst/>
                <a:rect l="l" t="t" r="r" b="b"/>
                <a:pathLst>
                  <a:path w="6236" h="10442" extrusionOk="0">
                    <a:moveTo>
                      <a:pt x="3118" y="1"/>
                    </a:moveTo>
                    <a:cubicBezTo>
                      <a:pt x="3118" y="1"/>
                      <a:pt x="0" y="5608"/>
                      <a:pt x="0" y="7324"/>
                    </a:cubicBezTo>
                    <a:cubicBezTo>
                      <a:pt x="0" y="9061"/>
                      <a:pt x="1402" y="10442"/>
                      <a:pt x="3118" y="10442"/>
                    </a:cubicBezTo>
                    <a:cubicBezTo>
                      <a:pt x="4833" y="10442"/>
                      <a:pt x="6235" y="9061"/>
                      <a:pt x="6235" y="7324"/>
                    </a:cubicBezTo>
                    <a:cubicBezTo>
                      <a:pt x="6235" y="5608"/>
                      <a:pt x="3118" y="1"/>
                      <a:pt x="31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46"/>
              <p:cNvSpPr/>
              <p:nvPr/>
            </p:nvSpPr>
            <p:spPr>
              <a:xfrm>
                <a:off x="8181233" y="840353"/>
                <a:ext cx="226269" cy="378368"/>
              </a:xfrm>
              <a:custGeom>
                <a:avLst/>
                <a:gdLst/>
                <a:ahLst/>
                <a:cxnLst/>
                <a:rect l="l" t="t" r="r" b="b"/>
                <a:pathLst>
                  <a:path w="6257" h="10463" fill="none" extrusionOk="0">
                    <a:moveTo>
                      <a:pt x="6257" y="7345"/>
                    </a:moveTo>
                    <a:cubicBezTo>
                      <a:pt x="6257" y="9081"/>
                      <a:pt x="4855" y="10462"/>
                      <a:pt x="3118" y="10462"/>
                    </a:cubicBezTo>
                    <a:cubicBezTo>
                      <a:pt x="1402" y="10462"/>
                      <a:pt x="1" y="9060"/>
                      <a:pt x="1" y="7345"/>
                    </a:cubicBezTo>
                    <a:cubicBezTo>
                      <a:pt x="1" y="5608"/>
                      <a:pt x="3118" y="1"/>
                      <a:pt x="3118" y="1"/>
                    </a:cubicBezTo>
                    <a:cubicBezTo>
                      <a:pt x="3118" y="1"/>
                      <a:pt x="6257" y="5629"/>
                      <a:pt x="6257" y="7345"/>
                    </a:cubicBezTo>
                    <a:close/>
                  </a:path>
                </a:pathLst>
              </a:custGeom>
              <a:noFill/>
              <a:ln w="28575" cap="rnd" cmpd="sng">
                <a:solidFill>
                  <a:srgbClr val="231F2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3" name="Google Shape;873;p46"/>
            <p:cNvGrpSpPr/>
            <p:nvPr/>
          </p:nvGrpSpPr>
          <p:grpSpPr>
            <a:xfrm>
              <a:off x="5401342" y="2293527"/>
              <a:ext cx="362836" cy="623142"/>
              <a:chOff x="8142523" y="840353"/>
              <a:chExt cx="264980" cy="455048"/>
            </a:xfrm>
          </p:grpSpPr>
          <p:sp>
            <p:nvSpPr>
              <p:cNvPr id="874" name="Google Shape;874;p46"/>
              <p:cNvSpPr/>
              <p:nvPr/>
            </p:nvSpPr>
            <p:spPr>
              <a:xfrm>
                <a:off x="8142523" y="917791"/>
                <a:ext cx="225509" cy="377609"/>
              </a:xfrm>
              <a:custGeom>
                <a:avLst/>
                <a:gdLst/>
                <a:ahLst/>
                <a:cxnLst/>
                <a:rect l="l" t="t" r="r" b="b"/>
                <a:pathLst>
                  <a:path w="6236" h="10442" extrusionOk="0">
                    <a:moveTo>
                      <a:pt x="3118" y="1"/>
                    </a:moveTo>
                    <a:cubicBezTo>
                      <a:pt x="3118" y="1"/>
                      <a:pt x="0" y="5608"/>
                      <a:pt x="0" y="7324"/>
                    </a:cubicBezTo>
                    <a:cubicBezTo>
                      <a:pt x="0" y="9061"/>
                      <a:pt x="1402" y="10442"/>
                      <a:pt x="3118" y="10442"/>
                    </a:cubicBezTo>
                    <a:cubicBezTo>
                      <a:pt x="4833" y="10442"/>
                      <a:pt x="6235" y="9061"/>
                      <a:pt x="6235" y="7324"/>
                    </a:cubicBezTo>
                    <a:cubicBezTo>
                      <a:pt x="6235" y="5608"/>
                      <a:pt x="3118" y="1"/>
                      <a:pt x="31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46"/>
              <p:cNvSpPr/>
              <p:nvPr/>
            </p:nvSpPr>
            <p:spPr>
              <a:xfrm>
                <a:off x="8181233" y="840353"/>
                <a:ext cx="226269" cy="378368"/>
              </a:xfrm>
              <a:custGeom>
                <a:avLst/>
                <a:gdLst/>
                <a:ahLst/>
                <a:cxnLst/>
                <a:rect l="l" t="t" r="r" b="b"/>
                <a:pathLst>
                  <a:path w="6257" h="10463" fill="none" extrusionOk="0">
                    <a:moveTo>
                      <a:pt x="6257" y="7345"/>
                    </a:moveTo>
                    <a:cubicBezTo>
                      <a:pt x="6257" y="9081"/>
                      <a:pt x="4855" y="10462"/>
                      <a:pt x="3118" y="10462"/>
                    </a:cubicBezTo>
                    <a:cubicBezTo>
                      <a:pt x="1402" y="10462"/>
                      <a:pt x="1" y="9060"/>
                      <a:pt x="1" y="7345"/>
                    </a:cubicBezTo>
                    <a:cubicBezTo>
                      <a:pt x="1" y="5608"/>
                      <a:pt x="3118" y="1"/>
                      <a:pt x="3118" y="1"/>
                    </a:cubicBezTo>
                    <a:cubicBezTo>
                      <a:pt x="3118" y="1"/>
                      <a:pt x="6257" y="5629"/>
                      <a:pt x="6257" y="7345"/>
                    </a:cubicBezTo>
                    <a:close/>
                  </a:path>
                </a:pathLst>
              </a:custGeom>
              <a:noFill/>
              <a:ln w="28575" cap="rnd" cmpd="sng">
                <a:solidFill>
                  <a:srgbClr val="231F2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6" name="Google Shape;876;p46"/>
            <p:cNvGrpSpPr/>
            <p:nvPr/>
          </p:nvGrpSpPr>
          <p:grpSpPr>
            <a:xfrm>
              <a:off x="7375542" y="2293527"/>
              <a:ext cx="362836" cy="623142"/>
              <a:chOff x="8142523" y="840353"/>
              <a:chExt cx="264980" cy="455048"/>
            </a:xfrm>
          </p:grpSpPr>
          <p:sp>
            <p:nvSpPr>
              <p:cNvPr id="877" name="Google Shape;877;p46"/>
              <p:cNvSpPr/>
              <p:nvPr/>
            </p:nvSpPr>
            <p:spPr>
              <a:xfrm>
                <a:off x="8142523" y="917791"/>
                <a:ext cx="225509" cy="377609"/>
              </a:xfrm>
              <a:custGeom>
                <a:avLst/>
                <a:gdLst/>
                <a:ahLst/>
                <a:cxnLst/>
                <a:rect l="l" t="t" r="r" b="b"/>
                <a:pathLst>
                  <a:path w="6236" h="10442" extrusionOk="0">
                    <a:moveTo>
                      <a:pt x="3118" y="1"/>
                    </a:moveTo>
                    <a:cubicBezTo>
                      <a:pt x="3118" y="1"/>
                      <a:pt x="0" y="5608"/>
                      <a:pt x="0" y="7324"/>
                    </a:cubicBezTo>
                    <a:cubicBezTo>
                      <a:pt x="0" y="9061"/>
                      <a:pt x="1402" y="10442"/>
                      <a:pt x="3118" y="10442"/>
                    </a:cubicBezTo>
                    <a:cubicBezTo>
                      <a:pt x="4833" y="10442"/>
                      <a:pt x="6235" y="9061"/>
                      <a:pt x="6235" y="7324"/>
                    </a:cubicBezTo>
                    <a:cubicBezTo>
                      <a:pt x="6235" y="5608"/>
                      <a:pt x="3118" y="1"/>
                      <a:pt x="31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46"/>
              <p:cNvSpPr/>
              <p:nvPr/>
            </p:nvSpPr>
            <p:spPr>
              <a:xfrm>
                <a:off x="8181233" y="840353"/>
                <a:ext cx="226269" cy="378368"/>
              </a:xfrm>
              <a:custGeom>
                <a:avLst/>
                <a:gdLst/>
                <a:ahLst/>
                <a:cxnLst/>
                <a:rect l="l" t="t" r="r" b="b"/>
                <a:pathLst>
                  <a:path w="6257" h="10463" fill="none" extrusionOk="0">
                    <a:moveTo>
                      <a:pt x="6257" y="7345"/>
                    </a:moveTo>
                    <a:cubicBezTo>
                      <a:pt x="6257" y="9081"/>
                      <a:pt x="4855" y="10462"/>
                      <a:pt x="3118" y="10462"/>
                    </a:cubicBezTo>
                    <a:cubicBezTo>
                      <a:pt x="1402" y="10462"/>
                      <a:pt x="1" y="9060"/>
                      <a:pt x="1" y="7345"/>
                    </a:cubicBezTo>
                    <a:cubicBezTo>
                      <a:pt x="1" y="5608"/>
                      <a:pt x="3118" y="1"/>
                      <a:pt x="3118" y="1"/>
                    </a:cubicBezTo>
                    <a:cubicBezTo>
                      <a:pt x="3118" y="1"/>
                      <a:pt x="6257" y="5629"/>
                      <a:pt x="6257" y="7345"/>
                    </a:cubicBezTo>
                    <a:close/>
                  </a:path>
                </a:pathLst>
              </a:custGeom>
              <a:noFill/>
              <a:ln w="28575" cap="rnd" cmpd="sng">
                <a:solidFill>
                  <a:srgbClr val="231F2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9" name="Google Shape;879;p46"/>
            <p:cNvGrpSpPr/>
            <p:nvPr/>
          </p:nvGrpSpPr>
          <p:grpSpPr>
            <a:xfrm>
              <a:off x="1452904" y="2293527"/>
              <a:ext cx="362836" cy="623142"/>
              <a:chOff x="8142523" y="840353"/>
              <a:chExt cx="264980" cy="455048"/>
            </a:xfrm>
          </p:grpSpPr>
          <p:sp>
            <p:nvSpPr>
              <p:cNvPr id="880" name="Google Shape;880;p46"/>
              <p:cNvSpPr/>
              <p:nvPr/>
            </p:nvSpPr>
            <p:spPr>
              <a:xfrm>
                <a:off x="8142523" y="917791"/>
                <a:ext cx="225509" cy="377609"/>
              </a:xfrm>
              <a:custGeom>
                <a:avLst/>
                <a:gdLst/>
                <a:ahLst/>
                <a:cxnLst/>
                <a:rect l="l" t="t" r="r" b="b"/>
                <a:pathLst>
                  <a:path w="6236" h="10442" extrusionOk="0">
                    <a:moveTo>
                      <a:pt x="3118" y="1"/>
                    </a:moveTo>
                    <a:cubicBezTo>
                      <a:pt x="3118" y="1"/>
                      <a:pt x="0" y="5608"/>
                      <a:pt x="0" y="7324"/>
                    </a:cubicBezTo>
                    <a:cubicBezTo>
                      <a:pt x="0" y="9061"/>
                      <a:pt x="1402" y="10442"/>
                      <a:pt x="3118" y="10442"/>
                    </a:cubicBezTo>
                    <a:cubicBezTo>
                      <a:pt x="4833" y="10442"/>
                      <a:pt x="6235" y="9061"/>
                      <a:pt x="6235" y="7324"/>
                    </a:cubicBezTo>
                    <a:cubicBezTo>
                      <a:pt x="6235" y="5608"/>
                      <a:pt x="3118" y="1"/>
                      <a:pt x="31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46"/>
              <p:cNvSpPr/>
              <p:nvPr/>
            </p:nvSpPr>
            <p:spPr>
              <a:xfrm>
                <a:off x="8181233" y="840353"/>
                <a:ext cx="226269" cy="378368"/>
              </a:xfrm>
              <a:custGeom>
                <a:avLst/>
                <a:gdLst/>
                <a:ahLst/>
                <a:cxnLst/>
                <a:rect l="l" t="t" r="r" b="b"/>
                <a:pathLst>
                  <a:path w="6257" h="10463" fill="none" extrusionOk="0">
                    <a:moveTo>
                      <a:pt x="6257" y="7345"/>
                    </a:moveTo>
                    <a:cubicBezTo>
                      <a:pt x="6257" y="9081"/>
                      <a:pt x="4855" y="10462"/>
                      <a:pt x="3118" y="10462"/>
                    </a:cubicBezTo>
                    <a:cubicBezTo>
                      <a:pt x="1402" y="10462"/>
                      <a:pt x="1" y="9060"/>
                      <a:pt x="1" y="7345"/>
                    </a:cubicBezTo>
                    <a:cubicBezTo>
                      <a:pt x="1" y="5608"/>
                      <a:pt x="3118" y="1"/>
                      <a:pt x="3118" y="1"/>
                    </a:cubicBezTo>
                    <a:cubicBezTo>
                      <a:pt x="3118" y="1"/>
                      <a:pt x="6257" y="5629"/>
                      <a:pt x="6257" y="7345"/>
                    </a:cubicBezTo>
                    <a:close/>
                  </a:path>
                </a:pathLst>
              </a:custGeom>
              <a:noFill/>
              <a:ln w="28575" cap="rnd" cmpd="sng">
                <a:solidFill>
                  <a:srgbClr val="231F2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F07D5-878F-1815-64A9-3B42A44EB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of Blood Bridge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EF5F6-7D32-B33B-C19B-5F2C2499A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02" y="1110341"/>
            <a:ext cx="5755795" cy="39678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A2FDC22-BEA3-8E07-53E1-2ECAA01AF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309" y="1110341"/>
            <a:ext cx="2099423" cy="39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1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381F-88B2-6A8C-C66B-4320F5B3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of Blood Bridge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781CB9-B4AE-99E5-AE23-18F619D63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26" y="1188660"/>
            <a:ext cx="3699260" cy="34078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320D53-DBAE-844A-5198-AFC810FAF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109" y="1188659"/>
            <a:ext cx="2219849" cy="34078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26DD7A-5034-440A-45CC-B80B7D231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181" y="1188659"/>
            <a:ext cx="2326823" cy="340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2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58"/>
          <p:cNvSpPr txBox="1">
            <a:spLocks noGrp="1"/>
          </p:cNvSpPr>
          <p:nvPr>
            <p:ph type="title"/>
          </p:nvPr>
        </p:nvSpPr>
        <p:spPr>
          <a:xfrm>
            <a:off x="1655575" y="619076"/>
            <a:ext cx="5832900" cy="113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none"/>
              <a:t>Conclusion</a:t>
            </a:r>
            <a:endParaRPr u="none"/>
          </a:p>
        </p:txBody>
      </p:sp>
      <p:sp>
        <p:nvSpPr>
          <p:cNvPr id="1234" name="Google Shape;1234;p58"/>
          <p:cNvSpPr txBox="1">
            <a:spLocks noGrp="1"/>
          </p:cNvSpPr>
          <p:nvPr>
            <p:ph type="subTitle" idx="1"/>
          </p:nvPr>
        </p:nvSpPr>
        <p:spPr>
          <a:xfrm>
            <a:off x="2667390" y="2320058"/>
            <a:ext cx="3482700" cy="11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FF0000"/>
                </a:solidFill>
              </a:rPr>
              <a:t>Any Questions</a:t>
            </a:r>
            <a:br>
              <a:rPr lang="en" sz="2400" dirty="0">
                <a:solidFill>
                  <a:srgbClr val="FF0000"/>
                </a:solidFill>
              </a:rPr>
            </a:br>
            <a:endParaRPr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lood Transfusion Center by Slidesgo">
  <a:themeElements>
    <a:clrScheme name="Simple Light">
      <a:dk1>
        <a:srgbClr val="000000"/>
      </a:dk1>
      <a:lt1>
        <a:srgbClr val="EFEFEF"/>
      </a:lt1>
      <a:dk2>
        <a:srgbClr val="EFEFEF"/>
      </a:dk2>
      <a:lt2>
        <a:srgbClr val="B20909"/>
      </a:lt2>
      <a:accent1>
        <a:srgbClr val="850707"/>
      </a:accent1>
      <a:accent2>
        <a:srgbClr val="B20909"/>
      </a:accent2>
      <a:accent3>
        <a:srgbClr val="B20909"/>
      </a:accent3>
      <a:accent4>
        <a:srgbClr val="EFEFEF"/>
      </a:accent4>
      <a:accent5>
        <a:srgbClr val="EFEFEF"/>
      </a:accent5>
      <a:accent6>
        <a:srgbClr val="FFFFFF"/>
      </a:accent6>
      <a:hlink>
        <a:srgbClr val="5555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341</Words>
  <Application>Microsoft Office PowerPoint</Application>
  <PresentationFormat>On-screen Show (16:9)</PresentationFormat>
  <Paragraphs>70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Karla</vt:lpstr>
      <vt:lpstr>Proxima Nova Semibold</vt:lpstr>
      <vt:lpstr>Arial</vt:lpstr>
      <vt:lpstr>Proxima Nova</vt:lpstr>
      <vt:lpstr>Rajdhani</vt:lpstr>
      <vt:lpstr>Blood Transfusion Center by Slidesgo</vt:lpstr>
      <vt:lpstr>Slidesgo Final Pages</vt:lpstr>
      <vt:lpstr>Blood Bridge</vt:lpstr>
      <vt:lpstr>Introduction</vt:lpstr>
      <vt:lpstr>Connect Donors</vt:lpstr>
      <vt:lpstr>Problem Statement</vt:lpstr>
      <vt:lpstr>Features</vt:lpstr>
      <vt:lpstr>User Implementation</vt:lpstr>
      <vt:lpstr>Testing</vt:lpstr>
      <vt:lpstr>Limitations</vt:lpstr>
      <vt:lpstr>Future Improvements</vt:lpstr>
      <vt:lpstr>Preview of Blood Bridge</vt:lpstr>
      <vt:lpstr>Preview of Blood Bridge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Shreya Dhakal</cp:lastModifiedBy>
  <cp:revision>1</cp:revision>
  <dcterms:modified xsi:type="dcterms:W3CDTF">2026-08-07T09:55:38Z</dcterms:modified>
</cp:coreProperties>
</file>